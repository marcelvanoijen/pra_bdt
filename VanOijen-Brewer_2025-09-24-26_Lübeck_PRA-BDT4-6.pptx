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1124" r:id="rId5"/>
    <p:sldId id="1176" r:id="rId6"/>
    <p:sldId id="1172" r:id="rId7"/>
    <p:sldId id="1171" r:id="rId8"/>
    <p:sldId id="1173" r:id="rId9"/>
    <p:sldId id="1174" r:id="rId10"/>
    <p:sldId id="1175" r:id="rId11"/>
    <p:sldId id="1169" r:id="rId12"/>
    <p:sldId id="1170" r:id="rId13"/>
    <p:sldId id="1167" r:id="rId14"/>
    <p:sldId id="1177" r:id="rId15"/>
    <p:sldId id="1178" r:id="rId16"/>
    <p:sldId id="1179" r:id="rId17"/>
    <p:sldId id="1125" r:id="rId18"/>
    <p:sldId id="1126" r:id="rId19"/>
    <p:sldId id="1136" r:id="rId20"/>
    <p:sldId id="1137" r:id="rId21"/>
    <p:sldId id="1138" r:id="rId22"/>
    <p:sldId id="1130" r:id="rId23"/>
    <p:sldId id="1131" r:id="rId24"/>
    <p:sldId id="1114" r:id="rId25"/>
    <p:sldId id="1181" r:id="rId26"/>
    <p:sldId id="1180" r:id="rId27"/>
    <p:sldId id="1185" r:id="rId28"/>
    <p:sldId id="1182" r:id="rId29"/>
    <p:sldId id="1186" r:id="rId30"/>
    <p:sldId id="1187" r:id="rId31"/>
    <p:sldId id="1188" r:id="rId32"/>
  </p:sldIdLst>
  <p:sldSz cx="9144000" cy="6858000" type="screen4x3"/>
  <p:notesSz cx="6794500" cy="9906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66FF33"/>
    <a:srgbClr val="009900"/>
    <a:srgbClr val="FFFF00"/>
    <a:srgbClr val="EAEAEA"/>
    <a:srgbClr val="FF6600"/>
    <a:srgbClr val="339933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3B5A90-60BD-FF44-9A8B-5383BFE0F9ED}" v="1163" dt="2025-09-02T16:09:21.2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4296" autoAdjust="0"/>
    <p:restoredTop sz="93896" autoAdjust="0"/>
  </p:normalViewPr>
  <p:slideViewPr>
    <p:cSldViewPr snapToGrid="0">
      <p:cViewPr varScale="1">
        <p:scale>
          <a:sx n="195" d="100"/>
          <a:sy n="195" d="100"/>
        </p:scale>
        <p:origin x="3888" y="4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-2076" y="-96"/>
      </p:cViewPr>
      <p:guideLst>
        <p:guide orient="horz" pos="3120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 van Oijen" userId="535b5bdf4c23b207" providerId="LiveId" clId="{C246E225-9C4F-9846-9EA2-30C4B1AD4CAA}"/>
    <pc:docChg chg="modSld">
      <pc:chgData name="Marcel van Oijen" userId="535b5bdf4c23b207" providerId="LiveId" clId="{C246E225-9C4F-9846-9EA2-30C4B1AD4CAA}" dt="2021-05-05T10:27:21.572" v="20"/>
      <pc:docMkLst>
        <pc:docMk/>
      </pc:docMkLst>
      <pc:sldChg chg="addSp delSp modSp modTransition modAnim">
        <pc:chgData name="Marcel van Oijen" userId="535b5bdf4c23b207" providerId="LiveId" clId="{C246E225-9C4F-9846-9EA2-30C4B1AD4CAA}" dt="2021-05-05T10:27:21.572" v="20"/>
        <pc:sldMkLst>
          <pc:docMk/>
          <pc:sldMk cId="0" sldId="423"/>
        </pc:sldMkLst>
      </pc:sldChg>
      <pc:sldChg chg="addSp delSp modSp mod modTransition modAnim">
        <pc:chgData name="Marcel van Oijen" userId="535b5bdf4c23b207" providerId="LiveId" clId="{C246E225-9C4F-9846-9EA2-30C4B1AD4CAA}" dt="2021-05-05T10:27:21.572" v="20"/>
        <pc:sldMkLst>
          <pc:docMk/>
          <pc:sldMk cId="1168975252" sldId="1093"/>
        </pc:sldMkLst>
      </pc:sldChg>
      <pc:sldChg chg="addSp delSp modSp modTransition modAnim">
        <pc:chgData name="Marcel van Oijen" userId="535b5bdf4c23b207" providerId="LiveId" clId="{C246E225-9C4F-9846-9EA2-30C4B1AD4CAA}" dt="2021-05-05T10:27:21.572" v="20"/>
        <pc:sldMkLst>
          <pc:docMk/>
          <pc:sldMk cId="2642513130" sldId="1094"/>
        </pc:sldMkLst>
      </pc:sldChg>
      <pc:sldChg chg="addSp delSp modSp modTransition modAnim">
        <pc:chgData name="Marcel van Oijen" userId="535b5bdf4c23b207" providerId="LiveId" clId="{C246E225-9C4F-9846-9EA2-30C4B1AD4CAA}" dt="2021-05-05T10:27:21.572" v="20"/>
        <pc:sldMkLst>
          <pc:docMk/>
          <pc:sldMk cId="1998159903" sldId="1096"/>
        </pc:sldMkLst>
      </pc:sldChg>
      <pc:sldChg chg="addSp delSp modSp modTransition modAnim">
        <pc:chgData name="Marcel van Oijen" userId="535b5bdf4c23b207" providerId="LiveId" clId="{C246E225-9C4F-9846-9EA2-30C4B1AD4CAA}" dt="2021-05-05T10:27:21.572" v="20"/>
        <pc:sldMkLst>
          <pc:docMk/>
          <pc:sldMk cId="1584755535" sldId="1097"/>
        </pc:sldMkLst>
      </pc:sldChg>
      <pc:sldChg chg="addSp delSp modSp modTransition modAnim">
        <pc:chgData name="Marcel van Oijen" userId="535b5bdf4c23b207" providerId="LiveId" clId="{C246E225-9C4F-9846-9EA2-30C4B1AD4CAA}" dt="2021-05-05T10:27:21.572" v="20"/>
        <pc:sldMkLst>
          <pc:docMk/>
          <pc:sldMk cId="3437010006" sldId="1100"/>
        </pc:sldMkLst>
      </pc:sldChg>
      <pc:sldChg chg="addSp delSp modSp modTransition modAnim">
        <pc:chgData name="Marcel van Oijen" userId="535b5bdf4c23b207" providerId="LiveId" clId="{C246E225-9C4F-9846-9EA2-30C4B1AD4CAA}" dt="2021-05-05T10:27:21.572" v="20"/>
        <pc:sldMkLst>
          <pc:docMk/>
          <pc:sldMk cId="3801486017" sldId="1101"/>
        </pc:sldMkLst>
      </pc:sldChg>
      <pc:sldChg chg="addSp delSp modSp modTransition modAnim">
        <pc:chgData name="Marcel van Oijen" userId="535b5bdf4c23b207" providerId="LiveId" clId="{C246E225-9C4F-9846-9EA2-30C4B1AD4CAA}" dt="2021-05-05T10:27:21.572" v="20"/>
        <pc:sldMkLst>
          <pc:docMk/>
          <pc:sldMk cId="2038845504" sldId="1102"/>
        </pc:sldMkLst>
      </pc:sldChg>
      <pc:sldChg chg="addSp delSp modSp modTransition modAnim">
        <pc:chgData name="Marcel van Oijen" userId="535b5bdf4c23b207" providerId="LiveId" clId="{C246E225-9C4F-9846-9EA2-30C4B1AD4CAA}" dt="2021-05-05T10:27:21.572" v="20"/>
        <pc:sldMkLst>
          <pc:docMk/>
          <pc:sldMk cId="2657962295" sldId="1104"/>
        </pc:sldMkLst>
      </pc:sldChg>
      <pc:sldChg chg="addSp delSp modSp modTransition modAnim">
        <pc:chgData name="Marcel van Oijen" userId="535b5bdf4c23b207" providerId="LiveId" clId="{C246E225-9C4F-9846-9EA2-30C4B1AD4CAA}" dt="2021-05-05T10:27:21.572" v="20"/>
        <pc:sldMkLst>
          <pc:docMk/>
          <pc:sldMk cId="4012929618" sldId="1105"/>
        </pc:sldMkLst>
      </pc:sldChg>
    </pc:docChg>
  </pc:docChgLst>
  <pc:docChgLst>
    <pc:chgData name="Marcel van Oijen" userId="535b5bdf4c23b207" providerId="LiveId" clId="{027E26F8-306D-364E-9CEC-7E8685AA6BAF}"/>
    <pc:docChg chg="modSld">
      <pc:chgData name="Marcel van Oijen" userId="535b5bdf4c23b207" providerId="LiveId" clId="{027E26F8-306D-364E-9CEC-7E8685AA6BAF}" dt="2025-06-05T10:20:23.277" v="5" actId="14100"/>
      <pc:docMkLst>
        <pc:docMk/>
      </pc:docMkLst>
      <pc:sldChg chg="modSp mod">
        <pc:chgData name="Marcel van Oijen" userId="535b5bdf4c23b207" providerId="LiveId" clId="{027E26F8-306D-364E-9CEC-7E8685AA6BAF}" dt="2025-06-05T10:20:23.277" v="5" actId="14100"/>
        <pc:sldMkLst>
          <pc:docMk/>
          <pc:sldMk cId="1006099260" sldId="1162"/>
        </pc:sldMkLst>
      </pc:sldChg>
    </pc:docChg>
  </pc:docChgLst>
  <pc:docChgLst>
    <pc:chgData name="Marcel van Oijen" userId="535b5bdf4c23b207" providerId="LiveId" clId="{13A487FE-4893-5F25-A2B5-6BBFE7879D51}"/>
    <pc:docChg chg="undo redo custSel addSld delSld modSld sldOrd">
      <pc:chgData name="Marcel van Oijen" userId="535b5bdf4c23b207" providerId="LiveId" clId="{13A487FE-4893-5F25-A2B5-6BBFE7879D51}" dt="2025-09-02T16:09:21.283" v="9360" actId="20577"/>
      <pc:docMkLst>
        <pc:docMk/>
      </pc:docMkLst>
      <pc:sldChg chg="delSp modSp mod delAnim">
        <pc:chgData name="Marcel van Oijen" userId="535b5bdf4c23b207" providerId="LiveId" clId="{13A487FE-4893-5F25-A2B5-6BBFE7879D51}" dt="2025-08-26T15:18:21.015" v="7131" actId="20577"/>
        <pc:sldMkLst>
          <pc:docMk/>
          <pc:sldMk cId="2431080743" sldId="1063"/>
        </pc:sldMkLst>
        <pc:spChg chg="mod">
          <ac:chgData name="Marcel van Oijen" userId="535b5bdf4c23b207" providerId="LiveId" clId="{13A487FE-4893-5F25-A2B5-6BBFE7879D51}" dt="2025-08-26T15:14:13.872" v="6927" actId="20577"/>
          <ac:spMkLst>
            <pc:docMk/>
            <pc:sldMk cId="2431080743" sldId="1063"/>
            <ac:spMk id="2" creationId="{00000000-0000-0000-0000-000000000000}"/>
          </ac:spMkLst>
        </pc:spChg>
        <pc:spChg chg="mod">
          <ac:chgData name="Marcel van Oijen" userId="535b5bdf4c23b207" providerId="LiveId" clId="{13A487FE-4893-5F25-A2B5-6BBFE7879D51}" dt="2025-08-26T15:18:21.015" v="7131" actId="20577"/>
          <ac:spMkLst>
            <pc:docMk/>
            <pc:sldMk cId="2431080743" sldId="1063"/>
            <ac:spMk id="4" creationId="{00000000-0000-0000-0000-000000000000}"/>
          </ac:spMkLst>
        </pc:spChg>
        <pc:spChg chg="mod">
          <ac:chgData name="Marcel van Oijen" userId="535b5bdf4c23b207" providerId="LiveId" clId="{13A487FE-4893-5F25-A2B5-6BBFE7879D51}" dt="2025-08-26T15:17:40.787" v="7024" actId="20577"/>
          <ac:spMkLst>
            <pc:docMk/>
            <pc:sldMk cId="2431080743" sldId="1063"/>
            <ac:spMk id="5" creationId="{00000000-0000-0000-0000-000000000000}"/>
          </ac:spMkLst>
        </pc:spChg>
        <pc:spChg chg="mod">
          <ac:chgData name="Marcel van Oijen" userId="535b5bdf4c23b207" providerId="LiveId" clId="{13A487FE-4893-5F25-A2B5-6BBFE7879D51}" dt="2025-08-26T15:18:06.788" v="7113" actId="1038"/>
          <ac:spMkLst>
            <pc:docMk/>
            <pc:sldMk cId="2431080743" sldId="1063"/>
            <ac:spMk id="7" creationId="{00000000-0000-0000-0000-000000000000}"/>
          </ac:spMkLst>
        </pc:spChg>
        <pc:spChg chg="mod">
          <ac:chgData name="Marcel van Oijen" userId="535b5bdf4c23b207" providerId="LiveId" clId="{13A487FE-4893-5F25-A2B5-6BBFE7879D51}" dt="2025-08-26T15:18:00.166" v="7091" actId="1037"/>
          <ac:spMkLst>
            <pc:docMk/>
            <pc:sldMk cId="2431080743" sldId="1063"/>
            <ac:spMk id="8" creationId="{00000000-0000-0000-0000-000000000000}"/>
          </ac:spMkLst>
        </pc:spChg>
        <pc:spChg chg="mod">
          <ac:chgData name="Marcel van Oijen" userId="535b5bdf4c23b207" providerId="LiveId" clId="{13A487FE-4893-5F25-A2B5-6BBFE7879D51}" dt="2025-08-26T15:18:11.114" v="7129" actId="1037"/>
          <ac:spMkLst>
            <pc:docMk/>
            <pc:sldMk cId="2431080743" sldId="1063"/>
            <ac:spMk id="10" creationId="{00000000-0000-0000-0000-000000000000}"/>
          </ac:spMkLst>
        </pc:spChg>
        <pc:spChg chg="mod">
          <ac:chgData name="Marcel van Oijen" userId="535b5bdf4c23b207" providerId="LiveId" clId="{13A487FE-4893-5F25-A2B5-6BBFE7879D51}" dt="2025-08-26T15:17:50.821" v="7062" actId="1037"/>
          <ac:spMkLst>
            <pc:docMk/>
            <pc:sldMk cId="2431080743" sldId="1063"/>
            <ac:spMk id="11" creationId="{00000000-0000-0000-0000-000000000000}"/>
          </ac:spMkLst>
        </pc:spChg>
        <pc:spChg chg="mod">
          <ac:chgData name="Marcel van Oijen" userId="535b5bdf4c23b207" providerId="LiveId" clId="{13A487FE-4893-5F25-A2B5-6BBFE7879D51}" dt="2025-08-26T15:15:31.530" v="6932" actId="1076"/>
          <ac:spMkLst>
            <pc:docMk/>
            <pc:sldMk cId="2431080743" sldId="1063"/>
            <ac:spMk id="12" creationId="{00000000-0000-0000-0000-000000000000}"/>
          </ac:spMkLst>
        </pc:spChg>
        <pc:spChg chg="topLvl">
          <ac:chgData name="Marcel van Oijen" userId="535b5bdf4c23b207" providerId="LiveId" clId="{13A487FE-4893-5F25-A2B5-6BBFE7879D51}" dt="2025-08-26T15:16:46.547" v="6938" actId="165"/>
          <ac:spMkLst>
            <pc:docMk/>
            <pc:sldMk cId="2431080743" sldId="1063"/>
            <ac:spMk id="15" creationId="{00000000-0000-0000-0000-000000000000}"/>
          </ac:spMkLst>
        </pc:spChg>
        <pc:spChg chg="mod topLvl">
          <ac:chgData name="Marcel van Oijen" userId="535b5bdf4c23b207" providerId="LiveId" clId="{13A487FE-4893-5F25-A2B5-6BBFE7879D51}" dt="2025-08-26T15:17:24.558" v="6989" actId="1038"/>
          <ac:spMkLst>
            <pc:docMk/>
            <pc:sldMk cId="2431080743" sldId="1063"/>
            <ac:spMk id="21" creationId="{00000000-0000-0000-0000-000000000000}"/>
          </ac:spMkLst>
        </pc:spChg>
        <pc:grpChg chg="topLvl">
          <ac:chgData name="Marcel van Oijen" userId="535b5bdf4c23b207" providerId="LiveId" clId="{13A487FE-4893-5F25-A2B5-6BBFE7879D51}" dt="2025-08-26T15:17:09.305" v="6939" actId="165"/>
          <ac:grpSpMkLst>
            <pc:docMk/>
            <pc:sldMk cId="2431080743" sldId="1063"/>
            <ac:grpSpMk id="14" creationId="{00000000-0000-0000-0000-000000000000}"/>
          </ac:grpSpMkLst>
        </pc:grpChg>
        <pc:cxnChg chg="mod topLvl">
          <ac:chgData name="Marcel van Oijen" userId="535b5bdf4c23b207" providerId="LiveId" clId="{13A487FE-4893-5F25-A2B5-6BBFE7879D51}" dt="2025-08-26T15:17:31.389" v="7023" actId="1037"/>
          <ac:cxnSpMkLst>
            <pc:docMk/>
            <pc:sldMk cId="2431080743" sldId="1063"/>
            <ac:cxnSpMk id="19" creationId="{00000000-0000-0000-0000-000000000000}"/>
          </ac:cxnSpMkLst>
        </pc:cxnChg>
      </pc:sldChg>
      <pc:sldChg chg="modSp mod">
        <pc:chgData name="Marcel van Oijen" userId="535b5bdf4c23b207" providerId="LiveId" clId="{13A487FE-4893-5F25-A2B5-6BBFE7879D51}" dt="2025-09-02T13:49:21.084" v="8542" actId="20577"/>
        <pc:sldMkLst>
          <pc:docMk/>
          <pc:sldMk cId="2678029081" sldId="1082"/>
        </pc:sldMkLst>
        <pc:spChg chg="mod">
          <ac:chgData name="Marcel van Oijen" userId="535b5bdf4c23b207" providerId="LiveId" clId="{13A487FE-4893-5F25-A2B5-6BBFE7879D51}" dt="2025-09-02T13:49:21.084" v="8542" actId="20577"/>
          <ac:spMkLst>
            <pc:docMk/>
            <pc:sldMk cId="2678029081" sldId="1082"/>
            <ac:spMk id="4" creationId="{00000000-0000-0000-0000-000000000000}"/>
          </ac:spMkLst>
        </pc:spChg>
      </pc:sldChg>
      <pc:sldChg chg="addSp delSp modSp del mod delAnim">
        <pc:chgData name="Marcel van Oijen" userId="535b5bdf4c23b207" providerId="LiveId" clId="{13A487FE-4893-5F25-A2B5-6BBFE7879D51}" dt="2025-08-21T11:42:10.357" v="131" actId="2696"/>
        <pc:sldMkLst>
          <pc:docMk/>
          <pc:sldMk cId="1268037604" sldId="1090"/>
        </pc:sldMkLst>
      </pc:sldChg>
      <pc:sldChg chg="addSp delSp del mod addAnim delAnim">
        <pc:chgData name="Marcel van Oijen" userId="535b5bdf4c23b207" providerId="LiveId" clId="{13A487FE-4893-5F25-A2B5-6BBFE7879D51}" dt="2025-08-26T16:31:35.257" v="8275" actId="2696"/>
        <pc:sldMkLst>
          <pc:docMk/>
          <pc:sldMk cId="2119458899" sldId="1091"/>
        </pc:sldMkLst>
      </pc:sldChg>
      <pc:sldChg chg="addSp delSp modSp mod delAnim">
        <pc:chgData name="Marcel van Oijen" userId="535b5bdf4c23b207" providerId="LiveId" clId="{13A487FE-4893-5F25-A2B5-6BBFE7879D51}" dt="2025-09-01T13:51:31.654" v="8495" actId="1037"/>
        <pc:sldMkLst>
          <pc:docMk/>
          <pc:sldMk cId="4131736659" sldId="1092"/>
        </pc:sldMkLst>
        <pc:spChg chg="add mod">
          <ac:chgData name="Marcel van Oijen" userId="535b5bdf4c23b207" providerId="LiveId" clId="{13A487FE-4893-5F25-A2B5-6BBFE7879D51}" dt="2025-09-01T13:29:01.720" v="8367" actId="1076"/>
          <ac:spMkLst>
            <pc:docMk/>
            <pc:sldMk cId="4131736659" sldId="1092"/>
            <ac:spMk id="3" creationId="{01719707-3FC3-8C81-6638-5ADC9877C8FC}"/>
          </ac:spMkLst>
        </pc:spChg>
        <pc:spChg chg="add mod">
          <ac:chgData name="Marcel van Oijen" userId="535b5bdf4c23b207" providerId="LiveId" clId="{13A487FE-4893-5F25-A2B5-6BBFE7879D51}" dt="2025-09-01T13:29:01.720" v="8367" actId="1076"/>
          <ac:spMkLst>
            <pc:docMk/>
            <pc:sldMk cId="4131736659" sldId="1092"/>
            <ac:spMk id="4" creationId="{AD8F972E-124D-59A1-4B9D-026AC15684EF}"/>
          </ac:spMkLst>
        </pc:spChg>
        <pc:spChg chg="del">
          <ac:chgData name="Marcel van Oijen" userId="535b5bdf4c23b207" providerId="LiveId" clId="{13A487FE-4893-5F25-A2B5-6BBFE7879D51}" dt="2025-09-01T13:28:30.541" v="8365" actId="478"/>
          <ac:spMkLst>
            <pc:docMk/>
            <pc:sldMk cId="4131736659" sldId="1092"/>
            <ac:spMk id="6" creationId="{00000000-0000-0000-0000-000000000000}"/>
          </ac:spMkLst>
        </pc:spChg>
        <pc:spChg chg="add mod">
          <ac:chgData name="Marcel van Oijen" userId="535b5bdf4c23b207" providerId="LiveId" clId="{13A487FE-4893-5F25-A2B5-6BBFE7879D51}" dt="2025-09-01T13:51:31.654" v="8495" actId="1037"/>
          <ac:spMkLst>
            <pc:docMk/>
            <pc:sldMk cId="4131736659" sldId="1092"/>
            <ac:spMk id="8" creationId="{3402E42D-9ABE-E51D-907D-431C169BD375}"/>
          </ac:spMkLst>
        </pc:spChg>
        <pc:spChg chg="add mod">
          <ac:chgData name="Marcel van Oijen" userId="535b5bdf4c23b207" providerId="LiveId" clId="{13A487FE-4893-5F25-A2B5-6BBFE7879D51}" dt="2025-09-01T13:29:01.720" v="8367" actId="1076"/>
          <ac:spMkLst>
            <pc:docMk/>
            <pc:sldMk cId="4131736659" sldId="1092"/>
            <ac:spMk id="9" creationId="{925AB23E-9EEC-66DA-6864-C9CA75325567}"/>
          </ac:spMkLst>
        </pc:spChg>
        <pc:spChg chg="add mod">
          <ac:chgData name="Marcel van Oijen" userId="535b5bdf4c23b207" providerId="LiveId" clId="{13A487FE-4893-5F25-A2B5-6BBFE7879D51}" dt="2025-09-01T13:29:01.720" v="8367" actId="1076"/>
          <ac:spMkLst>
            <pc:docMk/>
            <pc:sldMk cId="4131736659" sldId="1092"/>
            <ac:spMk id="13" creationId="{B47D2791-F99A-AAF9-664C-BB806E35C1E6}"/>
          </ac:spMkLst>
        </pc:spChg>
        <pc:spChg chg="add mod">
          <ac:chgData name="Marcel van Oijen" userId="535b5bdf4c23b207" providerId="LiveId" clId="{13A487FE-4893-5F25-A2B5-6BBFE7879D51}" dt="2025-09-01T13:29:01.720" v="8367" actId="1076"/>
          <ac:spMkLst>
            <pc:docMk/>
            <pc:sldMk cId="4131736659" sldId="1092"/>
            <ac:spMk id="14" creationId="{A2F08066-E70F-28F8-5116-6B584B926A73}"/>
          </ac:spMkLst>
        </pc:spChg>
        <pc:spChg chg="del">
          <ac:chgData name="Marcel van Oijen" userId="535b5bdf4c23b207" providerId="LiveId" clId="{13A487FE-4893-5F25-A2B5-6BBFE7879D51}" dt="2025-09-01T13:28:30.541" v="8365" actId="478"/>
          <ac:spMkLst>
            <pc:docMk/>
            <pc:sldMk cId="4131736659" sldId="1092"/>
            <ac:spMk id="17" creationId="{00000000-0000-0000-0000-000000000000}"/>
          </ac:spMkLst>
        </pc:spChg>
        <pc:spChg chg="add mod">
          <ac:chgData name="Marcel van Oijen" userId="535b5bdf4c23b207" providerId="LiveId" clId="{13A487FE-4893-5F25-A2B5-6BBFE7879D51}" dt="2025-09-01T13:29:01.720" v="8367" actId="1076"/>
          <ac:spMkLst>
            <pc:docMk/>
            <pc:sldMk cId="4131736659" sldId="1092"/>
            <ac:spMk id="18" creationId="{3978D0AB-6FAB-3B04-5FF7-FBA5017738A4}"/>
          </ac:spMkLst>
        </pc:spChg>
        <pc:spChg chg="add mod">
          <ac:chgData name="Marcel van Oijen" userId="535b5bdf4c23b207" providerId="LiveId" clId="{13A487FE-4893-5F25-A2B5-6BBFE7879D51}" dt="2025-09-01T13:29:01.720" v="8367" actId="1076"/>
          <ac:spMkLst>
            <pc:docMk/>
            <pc:sldMk cId="4131736659" sldId="1092"/>
            <ac:spMk id="19" creationId="{E9221F6D-B8BB-3A6A-D699-03809C07B59F}"/>
          </ac:spMkLst>
        </pc:spChg>
        <pc:spChg chg="add mod">
          <ac:chgData name="Marcel van Oijen" userId="535b5bdf4c23b207" providerId="LiveId" clId="{13A487FE-4893-5F25-A2B5-6BBFE7879D51}" dt="2025-09-01T13:29:01.720" v="8367" actId="1076"/>
          <ac:spMkLst>
            <pc:docMk/>
            <pc:sldMk cId="4131736659" sldId="1092"/>
            <ac:spMk id="22" creationId="{8A65DD3A-0105-B220-D429-C9AF5DE6EBC1}"/>
          </ac:spMkLst>
        </pc:spChg>
        <pc:spChg chg="del">
          <ac:chgData name="Marcel van Oijen" userId="535b5bdf4c23b207" providerId="LiveId" clId="{13A487FE-4893-5F25-A2B5-6BBFE7879D51}" dt="2025-09-01T13:28:30.541" v="8365" actId="478"/>
          <ac:spMkLst>
            <pc:docMk/>
            <pc:sldMk cId="4131736659" sldId="1092"/>
            <ac:spMk id="28" creationId="{00000000-0000-0000-0000-000000000000}"/>
          </ac:spMkLst>
        </pc:spChg>
        <pc:spChg chg="del">
          <ac:chgData name="Marcel van Oijen" userId="535b5bdf4c23b207" providerId="LiveId" clId="{13A487FE-4893-5F25-A2B5-6BBFE7879D51}" dt="2025-09-01T13:28:30.541" v="8365" actId="478"/>
          <ac:spMkLst>
            <pc:docMk/>
            <pc:sldMk cId="4131736659" sldId="1092"/>
            <ac:spMk id="29" creationId="{00000000-0000-0000-0000-000000000000}"/>
          </ac:spMkLst>
        </pc:spChg>
        <pc:spChg chg="del">
          <ac:chgData name="Marcel van Oijen" userId="535b5bdf4c23b207" providerId="LiveId" clId="{13A487FE-4893-5F25-A2B5-6BBFE7879D51}" dt="2025-09-01T13:28:30.541" v="8365" actId="478"/>
          <ac:spMkLst>
            <pc:docMk/>
            <pc:sldMk cId="4131736659" sldId="1092"/>
            <ac:spMk id="35" creationId="{00000000-0000-0000-0000-000000000000}"/>
          </ac:spMkLst>
        </pc:spChg>
        <pc:spChg chg="mod topLvl">
          <ac:chgData name="Marcel van Oijen" userId="535b5bdf4c23b207" providerId="LiveId" clId="{13A487FE-4893-5F25-A2B5-6BBFE7879D51}" dt="2025-09-01T13:29:16.790" v="8405" actId="1038"/>
          <ac:spMkLst>
            <pc:docMk/>
            <pc:sldMk cId="4131736659" sldId="1092"/>
            <ac:spMk id="36" creationId="{00000000-0000-0000-0000-000000000000}"/>
          </ac:spMkLst>
        </pc:spChg>
        <pc:spChg chg="mod topLvl">
          <ac:chgData name="Marcel van Oijen" userId="535b5bdf4c23b207" providerId="LiveId" clId="{13A487FE-4893-5F25-A2B5-6BBFE7879D51}" dt="2025-09-01T13:40:38.424" v="8462" actId="20577"/>
          <ac:spMkLst>
            <pc:docMk/>
            <pc:sldMk cId="4131736659" sldId="1092"/>
            <ac:spMk id="43" creationId="{00000000-0000-0000-0000-000000000000}"/>
          </ac:spMkLst>
        </pc:spChg>
        <pc:spChg chg="mod topLvl">
          <ac:chgData name="Marcel van Oijen" userId="535b5bdf4c23b207" providerId="LiveId" clId="{13A487FE-4893-5F25-A2B5-6BBFE7879D51}" dt="2025-09-01T13:40:59.232" v="8494"/>
          <ac:spMkLst>
            <pc:docMk/>
            <pc:sldMk cId="4131736659" sldId="1092"/>
            <ac:spMk id="44" creationId="{00000000-0000-0000-0000-000000000000}"/>
          </ac:spMkLst>
        </pc:spChg>
        <pc:spChg chg="mod topLvl">
          <ac:chgData name="Marcel van Oijen" userId="535b5bdf4c23b207" providerId="LiveId" clId="{13A487FE-4893-5F25-A2B5-6BBFE7879D51}" dt="2025-09-01T13:29:16.790" v="8405" actId="1038"/>
          <ac:spMkLst>
            <pc:docMk/>
            <pc:sldMk cId="4131736659" sldId="1092"/>
            <ac:spMk id="47" creationId="{00000000-0000-0000-0000-000000000000}"/>
          </ac:spMkLst>
        </pc:spChg>
        <pc:spChg chg="mod topLvl">
          <ac:chgData name="Marcel van Oijen" userId="535b5bdf4c23b207" providerId="LiveId" clId="{13A487FE-4893-5F25-A2B5-6BBFE7879D51}" dt="2025-09-01T13:29:16.790" v="8405" actId="1038"/>
          <ac:spMkLst>
            <pc:docMk/>
            <pc:sldMk cId="4131736659" sldId="1092"/>
            <ac:spMk id="48" creationId="{00000000-0000-0000-0000-000000000000}"/>
          </ac:spMkLst>
        </pc:spChg>
        <pc:spChg chg="mod topLvl">
          <ac:chgData name="Marcel van Oijen" userId="535b5bdf4c23b207" providerId="LiveId" clId="{13A487FE-4893-5F25-A2B5-6BBFE7879D51}" dt="2025-09-01T13:29:16.790" v="8405" actId="1038"/>
          <ac:spMkLst>
            <pc:docMk/>
            <pc:sldMk cId="4131736659" sldId="1092"/>
            <ac:spMk id="49" creationId="{00000000-0000-0000-0000-000000000000}"/>
          </ac:spMkLst>
        </pc:spChg>
        <pc:spChg chg="mod topLvl">
          <ac:chgData name="Marcel van Oijen" userId="535b5bdf4c23b207" providerId="LiveId" clId="{13A487FE-4893-5F25-A2B5-6BBFE7879D51}" dt="2025-09-01T13:29:16.790" v="8405" actId="1038"/>
          <ac:spMkLst>
            <pc:docMk/>
            <pc:sldMk cId="4131736659" sldId="1092"/>
            <ac:spMk id="61" creationId="{00000000-0000-0000-0000-000000000000}"/>
          </ac:spMkLst>
        </pc:spChg>
        <pc:spChg chg="mod topLvl">
          <ac:chgData name="Marcel van Oijen" userId="535b5bdf4c23b207" providerId="LiveId" clId="{13A487FE-4893-5F25-A2B5-6BBFE7879D51}" dt="2025-09-01T13:29:16.790" v="8405" actId="1038"/>
          <ac:spMkLst>
            <pc:docMk/>
            <pc:sldMk cId="4131736659" sldId="1092"/>
            <ac:spMk id="62" creationId="{00000000-0000-0000-0000-000000000000}"/>
          </ac:spMkLst>
        </pc:spChg>
        <pc:spChg chg="del">
          <ac:chgData name="Marcel van Oijen" userId="535b5bdf4c23b207" providerId="LiveId" clId="{13A487FE-4893-5F25-A2B5-6BBFE7879D51}" dt="2025-09-01T13:28:30.541" v="8365" actId="478"/>
          <ac:spMkLst>
            <pc:docMk/>
            <pc:sldMk cId="4131736659" sldId="1092"/>
            <ac:spMk id="18435" creationId="{00000000-0000-0000-0000-000000000000}"/>
          </ac:spMkLst>
        </pc:spChg>
        <pc:spChg chg="del">
          <ac:chgData name="Marcel van Oijen" userId="535b5bdf4c23b207" providerId="LiveId" clId="{13A487FE-4893-5F25-A2B5-6BBFE7879D51}" dt="2025-09-01T13:28:30.541" v="8365" actId="478"/>
          <ac:spMkLst>
            <pc:docMk/>
            <pc:sldMk cId="4131736659" sldId="1092"/>
            <ac:spMk id="18436" creationId="{00000000-0000-0000-0000-000000000000}"/>
          </ac:spMkLst>
        </pc:spChg>
        <pc:spChg chg="del">
          <ac:chgData name="Marcel van Oijen" userId="535b5bdf4c23b207" providerId="LiveId" clId="{13A487FE-4893-5F25-A2B5-6BBFE7879D51}" dt="2025-09-01T13:28:30.541" v="8365" actId="478"/>
          <ac:spMkLst>
            <pc:docMk/>
            <pc:sldMk cId="4131736659" sldId="1092"/>
            <ac:spMk id="18437" creationId="{00000000-0000-0000-0000-000000000000}"/>
          </ac:spMkLst>
        </pc:spChg>
        <pc:cxnChg chg="mod">
          <ac:chgData name="Marcel van Oijen" userId="535b5bdf4c23b207" providerId="LiveId" clId="{13A487FE-4893-5F25-A2B5-6BBFE7879D51}" dt="2025-09-01T13:40:48.039" v="8493" actId="1037"/>
          <ac:cxnSpMkLst>
            <pc:docMk/>
            <pc:sldMk cId="4131736659" sldId="1092"/>
            <ac:cxnSpMk id="5" creationId="{00000000-0000-0000-0000-000000000000}"/>
          </ac:cxnSpMkLst>
        </pc:cxnChg>
        <pc:cxnChg chg="mod">
          <ac:chgData name="Marcel van Oijen" userId="535b5bdf4c23b207" providerId="LiveId" clId="{13A487FE-4893-5F25-A2B5-6BBFE7879D51}" dt="2025-09-01T13:51:31.654" v="8495" actId="1037"/>
          <ac:cxnSpMkLst>
            <pc:docMk/>
            <pc:sldMk cId="4131736659" sldId="1092"/>
            <ac:cxnSpMk id="12" creationId="{240945BA-D8AA-5B22-55CA-787745C9298D}"/>
          </ac:cxnSpMkLst>
        </pc:cxnChg>
        <pc:cxnChg chg="add mod">
          <ac:chgData name="Marcel van Oijen" userId="535b5bdf4c23b207" providerId="LiveId" clId="{13A487FE-4893-5F25-A2B5-6BBFE7879D51}" dt="2025-09-01T13:29:01.720" v="8367" actId="1076"/>
          <ac:cxnSpMkLst>
            <pc:docMk/>
            <pc:sldMk cId="4131736659" sldId="1092"/>
            <ac:cxnSpMk id="20" creationId="{50F82936-1D8C-B410-81E0-5430B8E0758B}"/>
          </ac:cxnSpMkLst>
        </pc:cxnChg>
        <pc:cxnChg chg="del mod">
          <ac:chgData name="Marcel van Oijen" userId="535b5bdf4c23b207" providerId="LiveId" clId="{13A487FE-4893-5F25-A2B5-6BBFE7879D51}" dt="2025-09-01T13:28:30.541" v="8365" actId="478"/>
          <ac:cxnSpMkLst>
            <pc:docMk/>
            <pc:sldMk cId="4131736659" sldId="1092"/>
            <ac:cxnSpMk id="34" creationId="{00000000-0000-0000-0000-000000000000}"/>
          </ac:cxnSpMkLst>
        </pc:cxnChg>
        <pc:cxnChg chg="del mod">
          <ac:chgData name="Marcel van Oijen" userId="535b5bdf4c23b207" providerId="LiveId" clId="{13A487FE-4893-5F25-A2B5-6BBFE7879D51}" dt="2025-09-01T13:28:30.541" v="8365" actId="478"/>
          <ac:cxnSpMkLst>
            <pc:docMk/>
            <pc:sldMk cId="4131736659" sldId="1092"/>
            <ac:cxnSpMk id="38" creationId="{00000000-0000-0000-0000-000000000000}"/>
          </ac:cxnSpMkLst>
        </pc:cxnChg>
        <pc:cxnChg chg="mod">
          <ac:chgData name="Marcel van Oijen" userId="535b5bdf4c23b207" providerId="LiveId" clId="{13A487FE-4893-5F25-A2B5-6BBFE7879D51}" dt="2025-09-01T13:29:16.790" v="8405" actId="1038"/>
          <ac:cxnSpMkLst>
            <pc:docMk/>
            <pc:sldMk cId="4131736659" sldId="1092"/>
            <ac:cxnSpMk id="63" creationId="{00000000-0000-0000-0000-000000000000}"/>
          </ac:cxnSpMkLst>
        </pc:cxnChg>
        <pc:cxnChg chg="mod">
          <ac:chgData name="Marcel van Oijen" userId="535b5bdf4c23b207" providerId="LiveId" clId="{13A487FE-4893-5F25-A2B5-6BBFE7879D51}" dt="2025-09-01T13:29:16.790" v="8405" actId="1038"/>
          <ac:cxnSpMkLst>
            <pc:docMk/>
            <pc:sldMk cId="4131736659" sldId="1092"/>
            <ac:cxnSpMk id="66" creationId="{00000000-0000-0000-0000-000000000000}"/>
          </ac:cxnSpMkLst>
        </pc:cxnChg>
        <pc:cxnChg chg="topLvl">
          <ac:chgData name="Marcel van Oijen" userId="535b5bdf4c23b207" providerId="LiveId" clId="{13A487FE-4893-5F25-A2B5-6BBFE7879D51}" dt="2025-08-21T13:16:41.858" v="550" actId="165"/>
          <ac:cxnSpMkLst>
            <pc:docMk/>
            <pc:sldMk cId="4131736659" sldId="1092"/>
            <ac:cxnSpMk id="69" creationId="{00000000-0000-0000-0000-000000000000}"/>
          </ac:cxnSpMkLst>
        </pc:cxnChg>
      </pc:sldChg>
      <pc:sldChg chg="del">
        <pc:chgData name="Marcel van Oijen" userId="535b5bdf4c23b207" providerId="LiveId" clId="{13A487FE-4893-5F25-A2B5-6BBFE7879D51}" dt="2025-09-02T15:50:44.781" v="8956" actId="2696"/>
        <pc:sldMkLst>
          <pc:docMk/>
          <pc:sldMk cId="3926030189" sldId="1098"/>
        </pc:sldMkLst>
      </pc:sldChg>
      <pc:sldChg chg="addSp delSp modSp mod">
        <pc:chgData name="Marcel van Oijen" userId="535b5bdf4c23b207" providerId="LiveId" clId="{13A487FE-4893-5F25-A2B5-6BBFE7879D51}" dt="2025-08-26T14:49:45.218" v="6675" actId="14100"/>
        <pc:sldMkLst>
          <pc:docMk/>
          <pc:sldMk cId="1586984852" sldId="1107"/>
        </pc:sldMkLst>
        <pc:spChg chg="mod">
          <ac:chgData name="Marcel van Oijen" userId="535b5bdf4c23b207" providerId="LiveId" clId="{13A487FE-4893-5F25-A2B5-6BBFE7879D51}" dt="2025-08-26T14:41:07.621" v="6584" actId="20577"/>
          <ac:spMkLst>
            <pc:docMk/>
            <pc:sldMk cId="1586984852" sldId="1107"/>
            <ac:spMk id="2" creationId="{00000000-0000-0000-0000-000000000000}"/>
          </ac:spMkLst>
        </pc:spChg>
        <pc:spChg chg="add mod">
          <ac:chgData name="Marcel van Oijen" userId="535b5bdf4c23b207" providerId="LiveId" clId="{13A487FE-4893-5F25-A2B5-6BBFE7879D51}" dt="2025-08-26T14:48:32.949" v="6669"/>
          <ac:spMkLst>
            <pc:docMk/>
            <pc:sldMk cId="1586984852" sldId="1107"/>
            <ac:spMk id="41" creationId="{2340EF48-387A-1682-2F84-4219253BC97A}"/>
          </ac:spMkLst>
        </pc:spChg>
        <pc:picChg chg="add mod">
          <ac:chgData name="Marcel van Oijen" userId="535b5bdf4c23b207" providerId="LiveId" clId="{13A487FE-4893-5F25-A2B5-6BBFE7879D51}" dt="2025-08-26T14:47:09.613" v="6650" actId="1076"/>
          <ac:picMkLst>
            <pc:docMk/>
            <pc:sldMk cId="1586984852" sldId="1107"/>
            <ac:picMk id="4" creationId="{194D1ABE-0C0C-BE98-3FD6-E4C086908F85}"/>
          </ac:picMkLst>
        </pc:picChg>
        <pc:picChg chg="mod">
          <ac:chgData name="Marcel van Oijen" userId="535b5bdf4c23b207" providerId="LiveId" clId="{13A487FE-4893-5F25-A2B5-6BBFE7879D51}" dt="2025-08-26T14:47:19.087" v="6651" actId="1076"/>
          <ac:picMkLst>
            <pc:docMk/>
            <pc:sldMk cId="1586984852" sldId="1107"/>
            <ac:picMk id="31" creationId="{73CD87AD-101F-6E05-5F94-33FCCE3B30CF}"/>
          </ac:picMkLst>
        </pc:picChg>
        <pc:picChg chg="mod">
          <ac:chgData name="Marcel van Oijen" userId="535b5bdf4c23b207" providerId="LiveId" clId="{13A487FE-4893-5F25-A2B5-6BBFE7879D51}" dt="2025-08-26T14:45:27.554" v="6633" actId="1076"/>
          <ac:picMkLst>
            <pc:docMk/>
            <pc:sldMk cId="1586984852" sldId="1107"/>
            <ac:picMk id="32" creationId="{E96693B1-45BE-B619-CE8E-847B9E674472}"/>
          </ac:picMkLst>
        </pc:picChg>
        <pc:cxnChg chg="add mod">
          <ac:chgData name="Marcel van Oijen" userId="535b5bdf4c23b207" providerId="LiveId" clId="{13A487FE-4893-5F25-A2B5-6BBFE7879D51}" dt="2025-08-26T14:49:28.052" v="6673" actId="14100"/>
          <ac:cxnSpMkLst>
            <pc:docMk/>
            <pc:sldMk cId="1586984852" sldId="1107"/>
            <ac:cxnSpMk id="37" creationId="{D8BED2AE-C551-0A10-DD52-D7C5562F1BD8}"/>
          </ac:cxnSpMkLst>
        </pc:cxnChg>
        <pc:cxnChg chg="add mod">
          <ac:chgData name="Marcel van Oijen" userId="535b5bdf4c23b207" providerId="LiveId" clId="{13A487FE-4893-5F25-A2B5-6BBFE7879D51}" dt="2025-08-26T14:49:45.218" v="6675" actId="14100"/>
          <ac:cxnSpMkLst>
            <pc:docMk/>
            <pc:sldMk cId="1586984852" sldId="1107"/>
            <ac:cxnSpMk id="38" creationId="{15B01D16-B2AA-228F-A497-8C11DC955CAC}"/>
          </ac:cxnSpMkLst>
        </pc:cxnChg>
      </pc:sldChg>
      <pc:sldChg chg="modSp mod">
        <pc:chgData name="Marcel van Oijen" userId="535b5bdf4c23b207" providerId="LiveId" clId="{13A487FE-4893-5F25-A2B5-6BBFE7879D51}" dt="2025-08-26T14:48:30.131" v="6668" actId="1035"/>
        <pc:sldMkLst>
          <pc:docMk/>
          <pc:sldMk cId="607501651" sldId="1108"/>
        </pc:sldMkLst>
        <pc:spChg chg="mod">
          <ac:chgData name="Marcel van Oijen" userId="535b5bdf4c23b207" providerId="LiveId" clId="{13A487FE-4893-5F25-A2B5-6BBFE7879D51}" dt="2025-08-26T14:48:30.131" v="6668" actId="1035"/>
          <ac:spMkLst>
            <pc:docMk/>
            <pc:sldMk cId="607501651" sldId="1108"/>
            <ac:spMk id="50" creationId="{6E3573DE-AD23-FC49-B908-CB3C979C3C5A}"/>
          </ac:spMkLst>
        </pc:spChg>
      </pc:sldChg>
      <pc:sldChg chg="modSp mod">
        <pc:chgData name="Marcel van Oijen" userId="535b5bdf4c23b207" providerId="LiveId" clId="{13A487FE-4893-5F25-A2B5-6BBFE7879D51}" dt="2025-08-26T15:04:13.496" v="6802" actId="20577"/>
        <pc:sldMkLst>
          <pc:docMk/>
          <pc:sldMk cId="3559532749" sldId="1142"/>
        </pc:sldMkLst>
        <pc:spChg chg="mod">
          <ac:chgData name="Marcel van Oijen" userId="535b5bdf4c23b207" providerId="LiveId" clId="{13A487FE-4893-5F25-A2B5-6BBFE7879D51}" dt="2025-08-26T15:04:13.496" v="6802" actId="20577"/>
          <ac:spMkLst>
            <pc:docMk/>
            <pc:sldMk cId="3559532749" sldId="1142"/>
            <ac:spMk id="5" creationId="{23EE247D-9F96-364C-20E6-4A8704914E9A}"/>
          </ac:spMkLst>
        </pc:spChg>
        <pc:spChg chg="mod">
          <ac:chgData name="Marcel van Oijen" userId="535b5bdf4c23b207" providerId="LiveId" clId="{13A487FE-4893-5F25-A2B5-6BBFE7879D51}" dt="2025-08-26T15:01:47.077" v="6776" actId="20577"/>
          <ac:spMkLst>
            <pc:docMk/>
            <pc:sldMk cId="3559532749" sldId="1142"/>
            <ac:spMk id="7" creationId="{AA389EAF-A01F-63A8-AF94-D957046B4745}"/>
          </ac:spMkLst>
        </pc:spChg>
      </pc:sldChg>
      <pc:sldChg chg="modSp mod">
        <pc:chgData name="Marcel van Oijen" userId="535b5bdf4c23b207" providerId="LiveId" clId="{13A487FE-4893-5F25-A2B5-6BBFE7879D51}" dt="2025-08-26T15:05:12.609" v="6815" actId="14100"/>
        <pc:sldMkLst>
          <pc:docMk/>
          <pc:sldMk cId="1986535945" sldId="1143"/>
        </pc:sldMkLst>
        <pc:spChg chg="mod">
          <ac:chgData name="Marcel van Oijen" userId="535b5bdf4c23b207" providerId="LiveId" clId="{13A487FE-4893-5F25-A2B5-6BBFE7879D51}" dt="2025-08-26T15:05:12.609" v="6815" actId="14100"/>
          <ac:spMkLst>
            <pc:docMk/>
            <pc:sldMk cId="1986535945" sldId="1143"/>
            <ac:spMk id="7" creationId="{34A59BFF-2811-510F-58FB-40E88A466262}"/>
          </ac:spMkLst>
        </pc:spChg>
      </pc:sldChg>
      <pc:sldChg chg="modSp mod">
        <pc:chgData name="Marcel van Oijen" userId="535b5bdf4c23b207" providerId="LiveId" clId="{13A487FE-4893-5F25-A2B5-6BBFE7879D51}" dt="2025-08-26T15:11:40.550" v="6888" actId="1035"/>
        <pc:sldMkLst>
          <pc:docMk/>
          <pc:sldMk cId="3246381731" sldId="1145"/>
        </pc:sldMkLst>
        <pc:spChg chg="mod">
          <ac:chgData name="Marcel van Oijen" userId="535b5bdf4c23b207" providerId="LiveId" clId="{13A487FE-4893-5F25-A2B5-6BBFE7879D51}" dt="2025-08-26T15:11:40.550" v="6888" actId="1035"/>
          <ac:spMkLst>
            <pc:docMk/>
            <pc:sldMk cId="3246381731" sldId="1145"/>
            <ac:spMk id="7" creationId="{BA8C2017-830A-5C41-EF43-67342E22BB2A}"/>
          </ac:spMkLst>
        </pc:spChg>
      </pc:sldChg>
      <pc:sldChg chg="modSp mod">
        <pc:chgData name="Marcel van Oijen" userId="535b5bdf4c23b207" providerId="LiveId" clId="{13A487FE-4893-5F25-A2B5-6BBFE7879D51}" dt="2025-08-26T15:13:16.425" v="6905" actId="20577"/>
        <pc:sldMkLst>
          <pc:docMk/>
          <pc:sldMk cId="2813921568" sldId="1156"/>
        </pc:sldMkLst>
        <pc:spChg chg="mod">
          <ac:chgData name="Marcel van Oijen" userId="535b5bdf4c23b207" providerId="LiveId" clId="{13A487FE-4893-5F25-A2B5-6BBFE7879D51}" dt="2025-08-26T15:13:16.425" v="6905" actId="20577"/>
          <ac:spMkLst>
            <pc:docMk/>
            <pc:sldMk cId="2813921568" sldId="1156"/>
            <ac:spMk id="2" creationId="{9541A419-CEC5-7289-48C7-E969175FA9E8}"/>
          </ac:spMkLst>
        </pc:spChg>
      </pc:sldChg>
      <pc:sldChg chg="modSp mod">
        <pc:chgData name="Marcel van Oijen" userId="535b5bdf4c23b207" providerId="LiveId" clId="{13A487FE-4893-5F25-A2B5-6BBFE7879D51}" dt="2025-08-26T14:50:37.295" v="6681" actId="20577"/>
        <pc:sldMkLst>
          <pc:docMk/>
          <pc:sldMk cId="1518495748" sldId="1163"/>
        </pc:sldMkLst>
        <pc:spChg chg="mod">
          <ac:chgData name="Marcel van Oijen" userId="535b5bdf4c23b207" providerId="LiveId" clId="{13A487FE-4893-5F25-A2B5-6BBFE7879D51}" dt="2025-08-26T14:50:34.460" v="6678" actId="20577"/>
          <ac:spMkLst>
            <pc:docMk/>
            <pc:sldMk cId="1518495748" sldId="1163"/>
            <ac:spMk id="3" creationId="{A87D693B-C8ED-2AD2-6FF5-6616CC454B42}"/>
          </ac:spMkLst>
        </pc:spChg>
        <pc:spChg chg="mod">
          <ac:chgData name="Marcel van Oijen" userId="535b5bdf4c23b207" providerId="LiveId" clId="{13A487FE-4893-5F25-A2B5-6BBFE7879D51}" dt="2025-08-26T14:50:37.295" v="6681" actId="20577"/>
          <ac:spMkLst>
            <pc:docMk/>
            <pc:sldMk cId="1518495748" sldId="1163"/>
            <ac:spMk id="6" creationId="{A2841A7F-13BD-FF70-C995-0CCBCAC30498}"/>
          </ac:spMkLst>
        </pc:spChg>
      </pc:sldChg>
      <pc:sldChg chg="modSp mod">
        <pc:chgData name="Marcel van Oijen" userId="535b5bdf4c23b207" providerId="LiveId" clId="{13A487FE-4893-5F25-A2B5-6BBFE7879D51}" dt="2025-08-26T14:58:33.672" v="6720" actId="20577"/>
        <pc:sldMkLst>
          <pc:docMk/>
          <pc:sldMk cId="2003750743" sldId="1164"/>
        </pc:sldMkLst>
        <pc:spChg chg="mod">
          <ac:chgData name="Marcel van Oijen" userId="535b5bdf4c23b207" providerId="LiveId" clId="{13A487FE-4893-5F25-A2B5-6BBFE7879D51}" dt="2025-08-26T14:50:54.724" v="6687" actId="20577"/>
          <ac:spMkLst>
            <pc:docMk/>
            <pc:sldMk cId="2003750743" sldId="1164"/>
            <ac:spMk id="3" creationId="{13B0F9C6-CA19-EA53-4675-454898E99048}"/>
          </ac:spMkLst>
        </pc:spChg>
        <pc:spChg chg="mod">
          <ac:chgData name="Marcel van Oijen" userId="535b5bdf4c23b207" providerId="LiveId" clId="{13A487FE-4893-5F25-A2B5-6BBFE7879D51}" dt="2025-08-26T14:58:33.672" v="6720" actId="20577"/>
          <ac:spMkLst>
            <pc:docMk/>
            <pc:sldMk cId="2003750743" sldId="1164"/>
            <ac:spMk id="4" creationId="{A60594A1-1634-00A6-60D1-E2349C0CB0AE}"/>
          </ac:spMkLst>
        </pc:spChg>
        <pc:spChg chg="mod">
          <ac:chgData name="Marcel van Oijen" userId="535b5bdf4c23b207" providerId="LiveId" clId="{13A487FE-4893-5F25-A2B5-6BBFE7879D51}" dt="2025-08-26T14:50:50.944" v="6684" actId="20577"/>
          <ac:spMkLst>
            <pc:docMk/>
            <pc:sldMk cId="2003750743" sldId="1164"/>
            <ac:spMk id="6" creationId="{1FA733A9-3E4C-3B76-FCC0-217488FCBD81}"/>
          </ac:spMkLst>
        </pc:spChg>
        <pc:spChg chg="mod">
          <ac:chgData name="Marcel van Oijen" userId="535b5bdf4c23b207" providerId="LiveId" clId="{13A487FE-4893-5F25-A2B5-6BBFE7879D51}" dt="2025-08-26T14:56:57.046" v="6694" actId="20577"/>
          <ac:spMkLst>
            <pc:docMk/>
            <pc:sldMk cId="2003750743" sldId="1164"/>
            <ac:spMk id="7" creationId="{AAE452DC-5B1D-CD5D-E89F-A6D8BAD73782}"/>
          </ac:spMkLst>
        </pc:spChg>
      </pc:sldChg>
      <pc:sldChg chg="delSp modSp add del mod">
        <pc:chgData name="Marcel van Oijen" userId="535b5bdf4c23b207" providerId="LiveId" clId="{13A487FE-4893-5F25-A2B5-6BBFE7879D51}" dt="2025-08-26T16:31:31.965" v="8274" actId="2696"/>
        <pc:sldMkLst>
          <pc:docMk/>
          <pc:sldMk cId="3340384373" sldId="1166"/>
        </pc:sldMkLst>
      </pc:sldChg>
      <pc:sldChg chg="addSp modSp add mod ord modAnim">
        <pc:chgData name="Marcel van Oijen" userId="535b5bdf4c23b207" providerId="LiveId" clId="{13A487FE-4893-5F25-A2B5-6BBFE7879D51}" dt="2025-08-25T10:26:08.670" v="3177" actId="20578"/>
        <pc:sldMkLst>
          <pc:docMk/>
          <pc:sldMk cId="1544187679" sldId="1167"/>
        </pc:sldMkLst>
        <pc:spChg chg="mod">
          <ac:chgData name="Marcel van Oijen" userId="535b5bdf4c23b207" providerId="LiveId" clId="{13A487FE-4893-5F25-A2B5-6BBFE7879D51}" dt="2025-08-21T13:43:36.209" v="802" actId="1038"/>
          <ac:spMkLst>
            <pc:docMk/>
            <pc:sldMk cId="1544187679" sldId="1167"/>
            <ac:spMk id="14" creationId="{8D354B3F-41D8-B8A7-6A82-1B6CA6A5CB8C}"/>
          </ac:spMkLst>
        </pc:spChg>
        <pc:spChg chg="mod">
          <ac:chgData name="Marcel van Oijen" userId="535b5bdf4c23b207" providerId="LiveId" clId="{13A487FE-4893-5F25-A2B5-6BBFE7879D51}" dt="2025-08-21T13:43:36.209" v="802" actId="1038"/>
          <ac:spMkLst>
            <pc:docMk/>
            <pc:sldMk cId="1544187679" sldId="1167"/>
            <ac:spMk id="15" creationId="{FCBF4BA3-5FDB-72B5-FD6D-E3A9DBD879AA}"/>
          </ac:spMkLst>
        </pc:spChg>
        <pc:spChg chg="add mod">
          <ac:chgData name="Marcel van Oijen" userId="535b5bdf4c23b207" providerId="LiveId" clId="{13A487FE-4893-5F25-A2B5-6BBFE7879D51}" dt="2025-08-21T13:43:36.209" v="802" actId="1038"/>
          <ac:spMkLst>
            <pc:docMk/>
            <pc:sldMk cId="1544187679" sldId="1167"/>
            <ac:spMk id="17" creationId="{0E6936D0-8538-0C80-1EF1-BB909912CE61}"/>
          </ac:spMkLst>
        </pc:spChg>
        <pc:spChg chg="mod">
          <ac:chgData name="Marcel van Oijen" userId="535b5bdf4c23b207" providerId="LiveId" clId="{13A487FE-4893-5F25-A2B5-6BBFE7879D51}" dt="2025-08-21T13:43:36.209" v="802" actId="1038"/>
          <ac:spMkLst>
            <pc:docMk/>
            <pc:sldMk cId="1544187679" sldId="1167"/>
            <ac:spMk id="18" creationId="{31CD6998-C751-CCA9-67C3-E2C22453B5AA}"/>
          </ac:spMkLst>
        </pc:spChg>
        <pc:spChg chg="mod">
          <ac:chgData name="Marcel van Oijen" userId="535b5bdf4c23b207" providerId="LiveId" clId="{13A487FE-4893-5F25-A2B5-6BBFE7879D51}" dt="2025-08-21T13:43:36.209" v="802" actId="1038"/>
          <ac:spMkLst>
            <pc:docMk/>
            <pc:sldMk cId="1544187679" sldId="1167"/>
            <ac:spMk id="19" creationId="{F524EEF9-8443-81F1-0A45-7704363AE241}"/>
          </ac:spMkLst>
        </pc:spChg>
        <pc:spChg chg="add mod">
          <ac:chgData name="Marcel van Oijen" userId="535b5bdf4c23b207" providerId="LiveId" clId="{13A487FE-4893-5F25-A2B5-6BBFE7879D51}" dt="2025-08-21T13:43:36.209" v="802" actId="1038"/>
          <ac:spMkLst>
            <pc:docMk/>
            <pc:sldMk cId="1544187679" sldId="1167"/>
            <ac:spMk id="20" creationId="{FD0BBC1D-1CC8-1306-3863-DBDC6F674D67}"/>
          </ac:spMkLst>
        </pc:spChg>
        <pc:spChg chg="add mod">
          <ac:chgData name="Marcel van Oijen" userId="535b5bdf4c23b207" providerId="LiveId" clId="{13A487FE-4893-5F25-A2B5-6BBFE7879D51}" dt="2025-08-21T13:43:36.209" v="802" actId="1038"/>
          <ac:spMkLst>
            <pc:docMk/>
            <pc:sldMk cId="1544187679" sldId="1167"/>
            <ac:spMk id="22" creationId="{F6D751AC-CFF7-0680-1D51-D271455E9EFB}"/>
          </ac:spMkLst>
        </pc:spChg>
        <pc:spChg chg="add mod">
          <ac:chgData name="Marcel van Oijen" userId="535b5bdf4c23b207" providerId="LiveId" clId="{13A487FE-4893-5F25-A2B5-6BBFE7879D51}" dt="2025-08-21T13:43:36.209" v="802" actId="1038"/>
          <ac:spMkLst>
            <pc:docMk/>
            <pc:sldMk cId="1544187679" sldId="1167"/>
            <ac:spMk id="23" creationId="{6DFD170A-06A3-F677-D213-3B7443C221EB}"/>
          </ac:spMkLst>
        </pc:spChg>
        <pc:spChg chg="mod">
          <ac:chgData name="Marcel van Oijen" userId="535b5bdf4c23b207" providerId="LiveId" clId="{13A487FE-4893-5F25-A2B5-6BBFE7879D51}" dt="2025-08-21T13:04:39.985" v="273" actId="1037"/>
          <ac:spMkLst>
            <pc:docMk/>
            <pc:sldMk cId="1544187679" sldId="1167"/>
            <ac:spMk id="28" creationId="{678AA711-0FFF-1B3F-C712-DADA9352F7DB}"/>
          </ac:spMkLst>
        </pc:spChg>
        <pc:spChg chg="add mod">
          <ac:chgData name="Marcel van Oijen" userId="535b5bdf4c23b207" providerId="LiveId" clId="{13A487FE-4893-5F25-A2B5-6BBFE7879D51}" dt="2025-08-21T13:43:36.209" v="802" actId="1038"/>
          <ac:spMkLst>
            <pc:docMk/>
            <pc:sldMk cId="1544187679" sldId="1167"/>
            <ac:spMk id="34" creationId="{776309C2-4720-001C-DB14-6D4A5CE1E260}"/>
          </ac:spMkLst>
        </pc:spChg>
        <pc:spChg chg="add mod">
          <ac:chgData name="Marcel van Oijen" userId="535b5bdf4c23b207" providerId="LiveId" clId="{13A487FE-4893-5F25-A2B5-6BBFE7879D51}" dt="2025-08-21T13:10:37.482" v="499" actId="1037"/>
          <ac:spMkLst>
            <pc:docMk/>
            <pc:sldMk cId="1544187679" sldId="1167"/>
            <ac:spMk id="35" creationId="{C26739E6-443B-3DA9-B55C-6B4862248695}"/>
          </ac:spMkLst>
        </pc:spChg>
        <pc:spChg chg="add mod">
          <ac:chgData name="Marcel van Oijen" userId="535b5bdf4c23b207" providerId="LiveId" clId="{13A487FE-4893-5F25-A2B5-6BBFE7879D51}" dt="2025-08-21T13:10:44.971" v="511" actId="1037"/>
          <ac:spMkLst>
            <pc:docMk/>
            <pc:sldMk cId="1544187679" sldId="1167"/>
            <ac:spMk id="51" creationId="{449CDCCE-5519-BE54-44B2-29DE92808D4D}"/>
          </ac:spMkLst>
        </pc:spChg>
        <pc:spChg chg="add mod">
          <ac:chgData name="Marcel van Oijen" userId="535b5bdf4c23b207" providerId="LiveId" clId="{13A487FE-4893-5F25-A2B5-6BBFE7879D51}" dt="2025-08-21T13:10:44.971" v="511" actId="1037"/>
          <ac:spMkLst>
            <pc:docMk/>
            <pc:sldMk cId="1544187679" sldId="1167"/>
            <ac:spMk id="52" creationId="{D23EBF55-A841-A83C-779B-82FAF9A40460}"/>
          </ac:spMkLst>
        </pc:spChg>
        <pc:spChg chg="add mod">
          <ac:chgData name="Marcel van Oijen" userId="535b5bdf4c23b207" providerId="LiveId" clId="{13A487FE-4893-5F25-A2B5-6BBFE7879D51}" dt="2025-08-21T13:10:44.971" v="511" actId="1037"/>
          <ac:spMkLst>
            <pc:docMk/>
            <pc:sldMk cId="1544187679" sldId="1167"/>
            <ac:spMk id="54" creationId="{3959EAE2-0A82-73FD-559D-73211CC6B08E}"/>
          </ac:spMkLst>
        </pc:spChg>
        <pc:spChg chg="add mod">
          <ac:chgData name="Marcel van Oijen" userId="535b5bdf4c23b207" providerId="LiveId" clId="{13A487FE-4893-5F25-A2B5-6BBFE7879D51}" dt="2025-08-21T13:10:44.971" v="511" actId="1037"/>
          <ac:spMkLst>
            <pc:docMk/>
            <pc:sldMk cId="1544187679" sldId="1167"/>
            <ac:spMk id="55" creationId="{D86E9358-4833-1BA2-8281-A62CAD6B90E2}"/>
          </ac:spMkLst>
        </pc:spChg>
        <pc:spChg chg="add mod">
          <ac:chgData name="Marcel van Oijen" userId="535b5bdf4c23b207" providerId="LiveId" clId="{13A487FE-4893-5F25-A2B5-6BBFE7879D51}" dt="2025-08-21T13:10:44.971" v="511" actId="1037"/>
          <ac:spMkLst>
            <pc:docMk/>
            <pc:sldMk cId="1544187679" sldId="1167"/>
            <ac:spMk id="59" creationId="{89D8747F-2E32-6FFA-995A-2B250822DC61}"/>
          </ac:spMkLst>
        </pc:spChg>
        <pc:spChg chg="add mod">
          <ac:chgData name="Marcel van Oijen" userId="535b5bdf4c23b207" providerId="LiveId" clId="{13A487FE-4893-5F25-A2B5-6BBFE7879D51}" dt="2025-08-21T13:10:44.971" v="511" actId="1037"/>
          <ac:spMkLst>
            <pc:docMk/>
            <pc:sldMk cId="1544187679" sldId="1167"/>
            <ac:spMk id="60" creationId="{9E19EF77-19D1-100B-BC3E-F4649EB67858}"/>
          </ac:spMkLst>
        </pc:spChg>
        <pc:spChg chg="add mod">
          <ac:chgData name="Marcel van Oijen" userId="535b5bdf4c23b207" providerId="LiveId" clId="{13A487FE-4893-5F25-A2B5-6BBFE7879D51}" dt="2025-08-21T13:10:51.787" v="522" actId="1038"/>
          <ac:spMkLst>
            <pc:docMk/>
            <pc:sldMk cId="1544187679" sldId="1167"/>
            <ac:spMk id="63" creationId="{564A343D-A61A-B04D-BCAB-C0C86965EAF1}"/>
          </ac:spMkLst>
        </pc:spChg>
        <pc:spChg chg="add mod">
          <ac:chgData name="Marcel van Oijen" userId="535b5bdf4c23b207" providerId="LiveId" clId="{13A487FE-4893-5F25-A2B5-6BBFE7879D51}" dt="2025-08-21T13:11:22.127" v="540" actId="1035"/>
          <ac:spMkLst>
            <pc:docMk/>
            <pc:sldMk cId="1544187679" sldId="1167"/>
            <ac:spMk id="18432" creationId="{4ED65DE2-DCF1-BC25-6EEC-38FE969B6509}"/>
          </ac:spMkLst>
        </pc:spChg>
        <pc:spChg chg="mod">
          <ac:chgData name="Marcel van Oijen" userId="535b5bdf4c23b207" providerId="LiveId" clId="{13A487FE-4893-5F25-A2B5-6BBFE7879D51}" dt="2025-08-21T13:04:39.985" v="273" actId="1037"/>
          <ac:spMkLst>
            <pc:docMk/>
            <pc:sldMk cId="1544187679" sldId="1167"/>
            <ac:spMk id="18436" creationId="{92D66E47-4FB3-B064-FF4E-668F1853C033}"/>
          </ac:spMkLst>
        </pc:spChg>
        <pc:spChg chg="add mod">
          <ac:chgData name="Marcel van Oijen" userId="535b5bdf4c23b207" providerId="LiveId" clId="{13A487FE-4893-5F25-A2B5-6BBFE7879D51}" dt="2025-08-21T13:20:00.222" v="598" actId="692"/>
          <ac:spMkLst>
            <pc:docMk/>
            <pc:sldMk cId="1544187679" sldId="1167"/>
            <ac:spMk id="18449" creationId="{3A8A39C1-179E-2750-74AD-DC4FF10067BD}"/>
          </ac:spMkLst>
        </pc:spChg>
        <pc:spChg chg="add mod">
          <ac:chgData name="Marcel van Oijen" userId="535b5bdf4c23b207" providerId="LiveId" clId="{13A487FE-4893-5F25-A2B5-6BBFE7879D51}" dt="2025-08-25T09:55:43.725" v="3134" actId="1076"/>
          <ac:spMkLst>
            <pc:docMk/>
            <pc:sldMk cId="1544187679" sldId="1167"/>
            <ac:spMk id="18450" creationId="{770D2E71-FCE9-33BA-C58C-ECB8D0A1293F}"/>
          </ac:spMkLst>
        </pc:spChg>
        <pc:spChg chg="add mod">
          <ac:chgData name="Marcel van Oijen" userId="535b5bdf4c23b207" providerId="LiveId" clId="{13A487FE-4893-5F25-A2B5-6BBFE7879D51}" dt="2025-08-21T13:45:25.181" v="809" actId="20577"/>
          <ac:spMkLst>
            <pc:docMk/>
            <pc:sldMk cId="1544187679" sldId="1167"/>
            <ac:spMk id="18451" creationId="{1277435F-802B-6023-CBAE-B31910807A6D}"/>
          </ac:spMkLst>
        </pc:spChg>
        <pc:spChg chg="add mod">
          <ac:chgData name="Marcel van Oijen" userId="535b5bdf4c23b207" providerId="LiveId" clId="{13A487FE-4893-5F25-A2B5-6BBFE7879D51}" dt="2025-08-21T13:56:40.734" v="903" actId="113"/>
          <ac:spMkLst>
            <pc:docMk/>
            <pc:sldMk cId="1544187679" sldId="1167"/>
            <ac:spMk id="18455" creationId="{94D13E7F-5D59-DD09-70BE-46D22C401B52}"/>
          </ac:spMkLst>
        </pc:spChg>
        <pc:spChg chg="add mod">
          <ac:chgData name="Marcel van Oijen" userId="535b5bdf4c23b207" providerId="LiveId" clId="{13A487FE-4893-5F25-A2B5-6BBFE7879D51}" dt="2025-08-21T13:56:43.831" v="904" actId="113"/>
          <ac:spMkLst>
            <pc:docMk/>
            <pc:sldMk cId="1544187679" sldId="1167"/>
            <ac:spMk id="18456" creationId="{C1C9215F-B055-00BA-1F34-032905ADFEA9}"/>
          </ac:spMkLst>
        </pc:spChg>
        <pc:cxnChg chg="add mod">
          <ac:chgData name="Marcel van Oijen" userId="535b5bdf4c23b207" providerId="LiveId" clId="{13A487FE-4893-5F25-A2B5-6BBFE7879D51}" dt="2025-08-21T13:10:27.324" v="475" actId="1037"/>
          <ac:cxnSpMkLst>
            <pc:docMk/>
            <pc:sldMk cId="1544187679" sldId="1167"/>
            <ac:cxnSpMk id="3" creationId="{BE10CBBF-A04A-06F3-1807-921073D7B8DA}"/>
          </ac:cxnSpMkLst>
        </pc:cxnChg>
        <pc:cxnChg chg="add mod">
          <ac:chgData name="Marcel van Oijen" userId="535b5bdf4c23b207" providerId="LiveId" clId="{13A487FE-4893-5F25-A2B5-6BBFE7879D51}" dt="2025-08-21T13:10:27.324" v="475" actId="1037"/>
          <ac:cxnSpMkLst>
            <pc:docMk/>
            <pc:sldMk cId="1544187679" sldId="1167"/>
            <ac:cxnSpMk id="7" creationId="{AD5E3278-5F59-0700-F57E-0CF4442C4DA7}"/>
          </ac:cxnSpMkLst>
        </pc:cxnChg>
        <pc:cxnChg chg="add mod">
          <ac:chgData name="Marcel van Oijen" userId="535b5bdf4c23b207" providerId="LiveId" clId="{13A487FE-4893-5F25-A2B5-6BBFE7879D51}" dt="2025-08-21T13:10:27.324" v="475" actId="1037"/>
          <ac:cxnSpMkLst>
            <pc:docMk/>
            <pc:sldMk cId="1544187679" sldId="1167"/>
            <ac:cxnSpMk id="11" creationId="{1B21E321-C14F-7D3F-EDC0-C1A4D267041F}"/>
          </ac:cxnSpMkLst>
        </pc:cxnChg>
        <pc:cxnChg chg="mod">
          <ac:chgData name="Marcel van Oijen" userId="535b5bdf4c23b207" providerId="LiveId" clId="{13A487FE-4893-5F25-A2B5-6BBFE7879D51}" dt="2025-08-21T13:10:27.324" v="475" actId="1037"/>
          <ac:cxnSpMkLst>
            <pc:docMk/>
            <pc:sldMk cId="1544187679" sldId="1167"/>
            <ac:cxnSpMk id="16" creationId="{CD661A84-F800-2669-F24C-5A3D2BE157EC}"/>
          </ac:cxnSpMkLst>
        </pc:cxnChg>
        <pc:cxnChg chg="add mod">
          <ac:chgData name="Marcel van Oijen" userId="535b5bdf4c23b207" providerId="LiveId" clId="{13A487FE-4893-5F25-A2B5-6BBFE7879D51}" dt="2025-08-21T13:10:37.482" v="499" actId="1037"/>
          <ac:cxnSpMkLst>
            <pc:docMk/>
            <pc:sldMk cId="1544187679" sldId="1167"/>
            <ac:cxnSpMk id="21" creationId="{3765909A-0AC4-6E91-9538-632ED243855E}"/>
          </ac:cxnSpMkLst>
        </pc:cxnChg>
        <pc:cxnChg chg="add mod">
          <ac:chgData name="Marcel van Oijen" userId="535b5bdf4c23b207" providerId="LiveId" clId="{13A487FE-4893-5F25-A2B5-6BBFE7879D51}" dt="2025-08-21T11:43:00.293" v="159" actId="1076"/>
          <ac:cxnSpMkLst>
            <pc:docMk/>
            <pc:sldMk cId="1544187679" sldId="1167"/>
            <ac:cxnSpMk id="24" creationId="{2D3E76C1-FFFE-582F-9820-75E3E440E97D}"/>
          </ac:cxnSpMkLst>
        </pc:cxnChg>
        <pc:cxnChg chg="add mod">
          <ac:chgData name="Marcel van Oijen" userId="535b5bdf4c23b207" providerId="LiveId" clId="{13A487FE-4893-5F25-A2B5-6BBFE7879D51}" dt="2025-08-21T13:02:58.868" v="241" actId="1076"/>
          <ac:cxnSpMkLst>
            <pc:docMk/>
            <pc:sldMk cId="1544187679" sldId="1167"/>
            <ac:cxnSpMk id="25" creationId="{BB014484-0984-47E2-038D-4DAD58C9F371}"/>
          </ac:cxnSpMkLst>
        </pc:cxnChg>
        <pc:cxnChg chg="add mod">
          <ac:chgData name="Marcel van Oijen" userId="535b5bdf4c23b207" providerId="LiveId" clId="{13A487FE-4893-5F25-A2B5-6BBFE7879D51}" dt="2025-08-21T13:10:37.482" v="499" actId="1037"/>
          <ac:cxnSpMkLst>
            <pc:docMk/>
            <pc:sldMk cId="1544187679" sldId="1167"/>
            <ac:cxnSpMk id="26" creationId="{2D874B01-5F9E-DA7B-F60E-BABB68583931}"/>
          </ac:cxnSpMkLst>
        </pc:cxnChg>
        <pc:cxnChg chg="mod">
          <ac:chgData name="Marcel van Oijen" userId="535b5bdf4c23b207" providerId="LiveId" clId="{13A487FE-4893-5F25-A2B5-6BBFE7879D51}" dt="2025-08-21T13:04:39.985" v="273" actId="1037"/>
          <ac:cxnSpMkLst>
            <pc:docMk/>
            <pc:sldMk cId="1544187679" sldId="1167"/>
            <ac:cxnSpMk id="32" creationId="{AB148E7B-FF57-307F-2F1A-05434FF0D243}"/>
          </ac:cxnSpMkLst>
        </pc:cxnChg>
        <pc:cxnChg chg="add mod">
          <ac:chgData name="Marcel van Oijen" userId="535b5bdf4c23b207" providerId="LiveId" clId="{13A487FE-4893-5F25-A2B5-6BBFE7879D51}" dt="2025-08-21T13:10:37.482" v="499" actId="1037"/>
          <ac:cxnSpMkLst>
            <pc:docMk/>
            <pc:sldMk cId="1544187679" sldId="1167"/>
            <ac:cxnSpMk id="43" creationId="{0CCA6F09-7E8E-DE41-77B6-274D197ECB9B}"/>
          </ac:cxnSpMkLst>
        </pc:cxnChg>
        <pc:cxnChg chg="add mod">
          <ac:chgData name="Marcel van Oijen" userId="535b5bdf4c23b207" providerId="LiveId" clId="{13A487FE-4893-5F25-A2B5-6BBFE7879D51}" dt="2025-08-21T13:10:37.482" v="499" actId="1037"/>
          <ac:cxnSpMkLst>
            <pc:docMk/>
            <pc:sldMk cId="1544187679" sldId="1167"/>
            <ac:cxnSpMk id="44" creationId="{5E022747-7D1D-5822-424B-EDA463AE3620}"/>
          </ac:cxnSpMkLst>
        </pc:cxnChg>
        <pc:cxnChg chg="add mod">
          <ac:chgData name="Marcel van Oijen" userId="535b5bdf4c23b207" providerId="LiveId" clId="{13A487FE-4893-5F25-A2B5-6BBFE7879D51}" dt="2025-08-21T13:10:44.971" v="511" actId="1037"/>
          <ac:cxnSpMkLst>
            <pc:docMk/>
            <pc:sldMk cId="1544187679" sldId="1167"/>
            <ac:cxnSpMk id="56" creationId="{8988705F-E9E1-6EE6-C60E-3C8BF34B86A2}"/>
          </ac:cxnSpMkLst>
        </pc:cxnChg>
        <pc:cxnChg chg="add mod">
          <ac:chgData name="Marcel van Oijen" userId="535b5bdf4c23b207" providerId="LiveId" clId="{13A487FE-4893-5F25-A2B5-6BBFE7879D51}" dt="2025-08-21T13:10:44.971" v="511" actId="1037"/>
          <ac:cxnSpMkLst>
            <pc:docMk/>
            <pc:sldMk cId="1544187679" sldId="1167"/>
            <ac:cxnSpMk id="58" creationId="{34B2049B-2A3F-9FA2-DCB8-4100CCF38882}"/>
          </ac:cxnSpMkLst>
        </pc:cxnChg>
        <pc:cxnChg chg="add mod">
          <ac:chgData name="Marcel van Oijen" userId="535b5bdf4c23b207" providerId="LiveId" clId="{13A487FE-4893-5F25-A2B5-6BBFE7879D51}" dt="2025-08-21T13:06:04.567" v="446" actId="1037"/>
          <ac:cxnSpMkLst>
            <pc:docMk/>
            <pc:sldMk cId="1544187679" sldId="1167"/>
            <ac:cxnSpMk id="61" creationId="{500FB5D0-A9EE-B978-B996-50AD2557B2C9}"/>
          </ac:cxnSpMkLst>
        </pc:cxnChg>
        <pc:cxnChg chg="add mod">
          <ac:chgData name="Marcel van Oijen" userId="535b5bdf4c23b207" providerId="LiveId" clId="{13A487FE-4893-5F25-A2B5-6BBFE7879D51}" dt="2025-08-21T13:06:04.567" v="446" actId="1037"/>
          <ac:cxnSpMkLst>
            <pc:docMk/>
            <pc:sldMk cId="1544187679" sldId="1167"/>
            <ac:cxnSpMk id="62" creationId="{41DDBE8D-A848-0AB6-1187-5E32288FE669}"/>
          </ac:cxnSpMkLst>
        </pc:cxnChg>
        <pc:cxnChg chg="add mod">
          <ac:chgData name="Marcel van Oijen" userId="535b5bdf4c23b207" providerId="LiveId" clId="{13A487FE-4893-5F25-A2B5-6BBFE7879D51}" dt="2025-08-21T13:11:07.047" v="535" actId="14100"/>
          <ac:cxnSpMkLst>
            <pc:docMk/>
            <pc:sldMk cId="1544187679" sldId="1167"/>
            <ac:cxnSpMk id="18433" creationId="{205E701A-394C-B71A-8ED9-375CA2F13124}"/>
          </ac:cxnSpMkLst>
        </pc:cxnChg>
        <pc:cxnChg chg="add mod">
          <ac:chgData name="Marcel van Oijen" userId="535b5bdf4c23b207" providerId="LiveId" clId="{13A487FE-4893-5F25-A2B5-6BBFE7879D51}" dt="2025-08-21T13:11:37.548" v="542" actId="14100"/>
          <ac:cxnSpMkLst>
            <pc:docMk/>
            <pc:sldMk cId="1544187679" sldId="1167"/>
            <ac:cxnSpMk id="18437" creationId="{C4577D6B-131E-12C4-FDDE-EC68E60810EC}"/>
          </ac:cxnSpMkLst>
        </pc:cxnChg>
        <pc:cxnChg chg="add mod">
          <ac:chgData name="Marcel van Oijen" userId="535b5bdf4c23b207" providerId="LiveId" clId="{13A487FE-4893-5F25-A2B5-6BBFE7879D51}" dt="2025-08-21T13:44:13.138" v="805" actId="14100"/>
          <ac:cxnSpMkLst>
            <pc:docMk/>
            <pc:sldMk cId="1544187679" sldId="1167"/>
            <ac:cxnSpMk id="18453" creationId="{F7E4A67D-32BE-BD76-F175-435CFA0804CD}"/>
          </ac:cxnSpMkLst>
        </pc:cxnChg>
      </pc:sldChg>
      <pc:sldChg chg="addSp delSp modSp add del mod modAnim">
        <pc:chgData name="Marcel van Oijen" userId="535b5bdf4c23b207" providerId="LiveId" clId="{13A487FE-4893-5F25-A2B5-6BBFE7879D51}" dt="2025-08-25T09:57:34.782" v="3136" actId="2696"/>
        <pc:sldMkLst>
          <pc:docMk/>
          <pc:sldMk cId="2411006124" sldId="1168"/>
        </pc:sldMkLst>
      </pc:sldChg>
      <pc:sldChg chg="add del">
        <pc:chgData name="Marcel van Oijen" userId="535b5bdf4c23b207" providerId="LiveId" clId="{13A487FE-4893-5F25-A2B5-6BBFE7879D51}" dt="2025-08-21T11:34:40.105" v="106" actId="2696"/>
        <pc:sldMkLst>
          <pc:docMk/>
          <pc:sldMk cId="3273395904" sldId="1168"/>
        </pc:sldMkLst>
      </pc:sldChg>
      <pc:sldChg chg="addSp delSp modSp new mod">
        <pc:chgData name="Marcel van Oijen" userId="535b5bdf4c23b207" providerId="LiveId" clId="{13A487FE-4893-5F25-A2B5-6BBFE7879D51}" dt="2025-08-25T11:18:10.203" v="3403" actId="20577"/>
        <pc:sldMkLst>
          <pc:docMk/>
          <pc:sldMk cId="3924492115" sldId="1169"/>
        </pc:sldMkLst>
        <pc:spChg chg="mod">
          <ac:chgData name="Marcel van Oijen" userId="535b5bdf4c23b207" providerId="LiveId" clId="{13A487FE-4893-5F25-A2B5-6BBFE7879D51}" dt="2025-08-21T15:21:34.760" v="1994" actId="20577"/>
          <ac:spMkLst>
            <pc:docMk/>
            <pc:sldMk cId="3924492115" sldId="1169"/>
            <ac:spMk id="2" creationId="{7E40F680-714B-02FD-1473-72EB79EB8A21}"/>
          </ac:spMkLst>
        </pc:spChg>
        <pc:spChg chg="add mod">
          <ac:chgData name="Marcel van Oijen" userId="535b5bdf4c23b207" providerId="LiveId" clId="{13A487FE-4893-5F25-A2B5-6BBFE7879D51}" dt="2025-08-25T11:17:00.636" v="3387" actId="20577"/>
          <ac:spMkLst>
            <pc:docMk/>
            <pc:sldMk cId="3924492115" sldId="1169"/>
            <ac:spMk id="3" creationId="{90F7F65F-75EA-D60A-307C-0F46DA75D51A}"/>
          </ac:spMkLst>
        </pc:spChg>
        <pc:spChg chg="add mod">
          <ac:chgData name="Marcel van Oijen" userId="535b5bdf4c23b207" providerId="LiveId" clId="{13A487FE-4893-5F25-A2B5-6BBFE7879D51}" dt="2025-08-21T16:09:20.494" v="2783" actId="1037"/>
          <ac:spMkLst>
            <pc:docMk/>
            <pc:sldMk cId="3924492115" sldId="1169"/>
            <ac:spMk id="4" creationId="{BB3AE61C-81CA-2067-6846-FED4CD995A1F}"/>
          </ac:spMkLst>
        </pc:spChg>
        <pc:spChg chg="add mod">
          <ac:chgData name="Marcel van Oijen" userId="535b5bdf4c23b207" providerId="LiveId" clId="{13A487FE-4893-5F25-A2B5-6BBFE7879D51}" dt="2025-08-21T16:09:20.494" v="2783" actId="1037"/>
          <ac:spMkLst>
            <pc:docMk/>
            <pc:sldMk cId="3924492115" sldId="1169"/>
            <ac:spMk id="6" creationId="{7341BE4E-B94A-707B-FE49-496FB920DBBD}"/>
          </ac:spMkLst>
        </pc:spChg>
        <pc:spChg chg="add mod">
          <ac:chgData name="Marcel van Oijen" userId="535b5bdf4c23b207" providerId="LiveId" clId="{13A487FE-4893-5F25-A2B5-6BBFE7879D51}" dt="2025-08-25T11:18:00.544" v="3399" actId="20577"/>
          <ac:spMkLst>
            <pc:docMk/>
            <pc:sldMk cId="3924492115" sldId="1169"/>
            <ac:spMk id="7" creationId="{0C2618B4-73AF-F972-A391-FEBEF21DA0C0}"/>
          </ac:spMkLst>
        </pc:spChg>
        <pc:spChg chg="add mod">
          <ac:chgData name="Marcel van Oijen" userId="535b5bdf4c23b207" providerId="LiveId" clId="{13A487FE-4893-5F25-A2B5-6BBFE7879D51}" dt="2025-08-21T16:09:20.494" v="2783" actId="1037"/>
          <ac:spMkLst>
            <pc:docMk/>
            <pc:sldMk cId="3924492115" sldId="1169"/>
            <ac:spMk id="15" creationId="{8260F8A2-3B63-7DCC-2E4C-ED48C9A633ED}"/>
          </ac:spMkLst>
        </pc:spChg>
        <pc:spChg chg="add mod">
          <ac:chgData name="Marcel van Oijen" userId="535b5bdf4c23b207" providerId="LiveId" clId="{13A487FE-4893-5F25-A2B5-6BBFE7879D51}" dt="2025-08-21T16:09:20.494" v="2783" actId="1037"/>
          <ac:spMkLst>
            <pc:docMk/>
            <pc:sldMk cId="3924492115" sldId="1169"/>
            <ac:spMk id="49" creationId="{FF64D946-20E2-B56D-5D24-67A0F4CB7168}"/>
          </ac:spMkLst>
        </pc:spChg>
        <pc:spChg chg="add mod">
          <ac:chgData name="Marcel van Oijen" userId="535b5bdf4c23b207" providerId="LiveId" clId="{13A487FE-4893-5F25-A2B5-6BBFE7879D51}" dt="2025-08-21T15:42:45.524" v="2428" actId="1038"/>
          <ac:spMkLst>
            <pc:docMk/>
            <pc:sldMk cId="3924492115" sldId="1169"/>
            <ac:spMk id="50" creationId="{E98421BB-5C19-82DB-0B5A-932A96082B00}"/>
          </ac:spMkLst>
        </pc:spChg>
        <pc:spChg chg="add mod">
          <ac:chgData name="Marcel van Oijen" userId="535b5bdf4c23b207" providerId="LiveId" clId="{13A487FE-4893-5F25-A2B5-6BBFE7879D51}" dt="2025-08-21T15:49:06.336" v="2487" actId="688"/>
          <ac:spMkLst>
            <pc:docMk/>
            <pc:sldMk cId="3924492115" sldId="1169"/>
            <ac:spMk id="51" creationId="{61A25FB5-1AAB-04EC-20D0-A57687FC0462}"/>
          </ac:spMkLst>
        </pc:spChg>
        <pc:spChg chg="add mod">
          <ac:chgData name="Marcel van Oijen" userId="535b5bdf4c23b207" providerId="LiveId" clId="{13A487FE-4893-5F25-A2B5-6BBFE7879D51}" dt="2025-08-21T16:09:20.494" v="2783" actId="1037"/>
          <ac:spMkLst>
            <pc:docMk/>
            <pc:sldMk cId="3924492115" sldId="1169"/>
            <ac:spMk id="54" creationId="{0416C244-5ED8-907A-35AB-5E0D89715E75}"/>
          </ac:spMkLst>
        </pc:spChg>
        <pc:spChg chg="add mod">
          <ac:chgData name="Marcel van Oijen" userId="535b5bdf4c23b207" providerId="LiveId" clId="{13A487FE-4893-5F25-A2B5-6BBFE7879D51}" dt="2025-08-21T16:09:20.494" v="2783" actId="1037"/>
          <ac:spMkLst>
            <pc:docMk/>
            <pc:sldMk cId="3924492115" sldId="1169"/>
            <ac:spMk id="55" creationId="{816A4429-DCE0-C56D-766C-3583AD87E6F9}"/>
          </ac:spMkLst>
        </pc:spChg>
        <pc:spChg chg="add mod">
          <ac:chgData name="Marcel van Oijen" userId="535b5bdf4c23b207" providerId="LiveId" clId="{13A487FE-4893-5F25-A2B5-6BBFE7879D51}" dt="2025-08-21T16:09:20.494" v="2783" actId="1037"/>
          <ac:spMkLst>
            <pc:docMk/>
            <pc:sldMk cId="3924492115" sldId="1169"/>
            <ac:spMk id="56" creationId="{693FEC9D-116F-B904-706A-70849CB7B043}"/>
          </ac:spMkLst>
        </pc:spChg>
        <pc:spChg chg="add mod">
          <ac:chgData name="Marcel van Oijen" userId="535b5bdf4c23b207" providerId="LiveId" clId="{13A487FE-4893-5F25-A2B5-6BBFE7879D51}" dt="2025-08-25T11:16:51.607" v="3383" actId="20577"/>
          <ac:spMkLst>
            <pc:docMk/>
            <pc:sldMk cId="3924492115" sldId="1169"/>
            <ac:spMk id="61" creationId="{780A8EF9-F302-7317-8E20-27800AA418DD}"/>
          </ac:spMkLst>
        </pc:spChg>
        <pc:spChg chg="add mod">
          <ac:chgData name="Marcel van Oijen" userId="535b5bdf4c23b207" providerId="LiveId" clId="{13A487FE-4893-5F25-A2B5-6BBFE7879D51}" dt="2025-08-25T11:17:10.311" v="3391" actId="20577"/>
          <ac:spMkLst>
            <pc:docMk/>
            <pc:sldMk cId="3924492115" sldId="1169"/>
            <ac:spMk id="62" creationId="{DC6BEBA1-45BA-FBBE-F8D3-01A39574B855}"/>
          </ac:spMkLst>
        </pc:spChg>
        <pc:spChg chg="add mod">
          <ac:chgData name="Marcel van Oijen" userId="535b5bdf4c23b207" providerId="LiveId" clId="{13A487FE-4893-5F25-A2B5-6BBFE7879D51}" dt="2025-08-25T11:17:15.440" v="3395" actId="20577"/>
          <ac:spMkLst>
            <pc:docMk/>
            <pc:sldMk cId="3924492115" sldId="1169"/>
            <ac:spMk id="63" creationId="{C2204229-16F7-3F42-5E32-FACC091FFB45}"/>
          </ac:spMkLst>
        </pc:spChg>
        <pc:spChg chg="add mod">
          <ac:chgData name="Marcel van Oijen" userId="535b5bdf4c23b207" providerId="LiveId" clId="{13A487FE-4893-5F25-A2B5-6BBFE7879D51}" dt="2025-08-25T11:18:10.203" v="3403" actId="20577"/>
          <ac:spMkLst>
            <pc:docMk/>
            <pc:sldMk cId="3924492115" sldId="1169"/>
            <ac:spMk id="70" creationId="{24071999-6F0A-AD34-50E1-3097499BAAB1}"/>
          </ac:spMkLst>
        </pc:spChg>
        <pc:spChg chg="add mod">
          <ac:chgData name="Marcel van Oijen" userId="535b5bdf4c23b207" providerId="LiveId" clId="{13A487FE-4893-5F25-A2B5-6BBFE7879D51}" dt="2025-08-21T16:08:52.165" v="2751" actId="1038"/>
          <ac:spMkLst>
            <pc:docMk/>
            <pc:sldMk cId="3924492115" sldId="1169"/>
            <ac:spMk id="71" creationId="{EB7DDD70-B274-3C28-A8F1-80ABB4507B0B}"/>
          </ac:spMkLst>
        </pc:spChg>
        <pc:spChg chg="add mod">
          <ac:chgData name="Marcel van Oijen" userId="535b5bdf4c23b207" providerId="LiveId" clId="{13A487FE-4893-5F25-A2B5-6BBFE7879D51}" dt="2025-08-21T16:08:55.780" v="2761" actId="1038"/>
          <ac:spMkLst>
            <pc:docMk/>
            <pc:sldMk cId="3924492115" sldId="1169"/>
            <ac:spMk id="72" creationId="{F1A82218-B552-BD9F-44CD-38ACA04035B2}"/>
          </ac:spMkLst>
        </pc:spChg>
        <pc:cxnChg chg="add mod">
          <ac:chgData name="Marcel van Oijen" userId="535b5bdf4c23b207" providerId="LiveId" clId="{13A487FE-4893-5F25-A2B5-6BBFE7879D51}" dt="2025-08-21T15:25:52.316" v="2025" actId="14100"/>
          <ac:cxnSpMkLst>
            <pc:docMk/>
            <pc:sldMk cId="3924492115" sldId="1169"/>
            <ac:cxnSpMk id="10" creationId="{6DCD2E9A-3261-BDC2-8379-FD5633C84106}"/>
          </ac:cxnSpMkLst>
        </pc:cxnChg>
        <pc:cxnChg chg="add mod">
          <ac:chgData name="Marcel van Oijen" userId="535b5bdf4c23b207" providerId="LiveId" clId="{13A487FE-4893-5F25-A2B5-6BBFE7879D51}" dt="2025-08-21T15:25:56.231" v="2026" actId="14100"/>
          <ac:cxnSpMkLst>
            <pc:docMk/>
            <pc:sldMk cId="3924492115" sldId="1169"/>
            <ac:cxnSpMk id="18" creationId="{B4585D0D-AE69-CF5D-CB07-334FCAB05080}"/>
          </ac:cxnSpMkLst>
        </pc:cxnChg>
        <pc:cxnChg chg="add mod">
          <ac:chgData name="Marcel van Oijen" userId="535b5bdf4c23b207" providerId="LiveId" clId="{13A487FE-4893-5F25-A2B5-6BBFE7879D51}" dt="2025-08-21T16:09:26.116" v="2784" actId="14100"/>
          <ac:cxnSpMkLst>
            <pc:docMk/>
            <pc:sldMk cId="3924492115" sldId="1169"/>
            <ac:cxnSpMk id="21" creationId="{E6A3E70F-94C8-6826-4E68-714CA00AF6D5}"/>
          </ac:cxnSpMkLst>
        </pc:cxnChg>
        <pc:cxnChg chg="add mod">
          <ac:chgData name="Marcel van Oijen" userId="535b5bdf4c23b207" providerId="LiveId" clId="{13A487FE-4893-5F25-A2B5-6BBFE7879D51}" dt="2025-08-21T16:09:29.425" v="2785" actId="14100"/>
          <ac:cxnSpMkLst>
            <pc:docMk/>
            <pc:sldMk cId="3924492115" sldId="1169"/>
            <ac:cxnSpMk id="23" creationId="{F36106E0-7791-F2B2-4137-6F9099C9807B}"/>
          </ac:cxnSpMkLst>
        </pc:cxnChg>
        <pc:cxnChg chg="add mod">
          <ac:chgData name="Marcel van Oijen" userId="535b5bdf4c23b207" providerId="LiveId" clId="{13A487FE-4893-5F25-A2B5-6BBFE7879D51}" dt="2025-08-21T16:09:35.039" v="2786" actId="14100"/>
          <ac:cxnSpMkLst>
            <pc:docMk/>
            <pc:sldMk cId="3924492115" sldId="1169"/>
            <ac:cxnSpMk id="31" creationId="{53E08B67-FD3D-5923-096C-849243C0F6AE}"/>
          </ac:cxnSpMkLst>
        </pc:cxnChg>
        <pc:cxnChg chg="add mod">
          <ac:chgData name="Marcel van Oijen" userId="535b5bdf4c23b207" providerId="LiveId" clId="{13A487FE-4893-5F25-A2B5-6BBFE7879D51}" dt="2025-08-21T16:09:39.269" v="2787" actId="14100"/>
          <ac:cxnSpMkLst>
            <pc:docMk/>
            <pc:sldMk cId="3924492115" sldId="1169"/>
            <ac:cxnSpMk id="32" creationId="{8BDE1494-CF29-87EF-3B9B-A7EF7723B118}"/>
          </ac:cxnSpMkLst>
        </pc:cxnChg>
      </pc:sldChg>
      <pc:sldChg chg="addSp delSp modSp add mod">
        <pc:chgData name="Marcel van Oijen" userId="535b5bdf4c23b207" providerId="LiveId" clId="{13A487FE-4893-5F25-A2B5-6BBFE7879D51}" dt="2025-08-21T16:22:25.894" v="3058" actId="478"/>
        <pc:sldMkLst>
          <pc:docMk/>
          <pc:sldMk cId="373902730" sldId="1170"/>
        </pc:sldMkLst>
        <pc:spChg chg="mod">
          <ac:chgData name="Marcel van Oijen" userId="535b5bdf4c23b207" providerId="LiveId" clId="{13A487FE-4893-5F25-A2B5-6BBFE7879D51}" dt="2025-08-21T16:13:23.681" v="2816" actId="20577"/>
          <ac:spMkLst>
            <pc:docMk/>
            <pc:sldMk cId="373902730" sldId="1170"/>
            <ac:spMk id="2" creationId="{894BECE5-4C66-A5EB-38E7-738E8CC26C49}"/>
          </ac:spMkLst>
        </pc:spChg>
        <pc:spChg chg="add mod">
          <ac:chgData name="Marcel van Oijen" userId="535b5bdf4c23b207" providerId="LiveId" clId="{13A487FE-4893-5F25-A2B5-6BBFE7879D51}" dt="2025-08-21T16:18:54.368" v="2869" actId="1076"/>
          <ac:spMkLst>
            <pc:docMk/>
            <pc:sldMk cId="373902730" sldId="1170"/>
            <ac:spMk id="5" creationId="{91D54527-D4F9-044E-93F9-D511566A05F7}"/>
          </ac:spMkLst>
        </pc:spChg>
        <pc:spChg chg="add mod">
          <ac:chgData name="Marcel van Oijen" userId="535b5bdf4c23b207" providerId="LiveId" clId="{13A487FE-4893-5F25-A2B5-6BBFE7879D51}" dt="2025-08-21T16:18:51.411" v="2868" actId="1076"/>
          <ac:spMkLst>
            <pc:docMk/>
            <pc:sldMk cId="373902730" sldId="1170"/>
            <ac:spMk id="8" creationId="{79B9071C-7E20-650F-20F7-2F21F955A0E9}"/>
          </ac:spMkLst>
        </pc:spChg>
        <pc:spChg chg="add mod">
          <ac:chgData name="Marcel van Oijen" userId="535b5bdf4c23b207" providerId="LiveId" clId="{13A487FE-4893-5F25-A2B5-6BBFE7879D51}" dt="2025-08-21T16:18:48.373" v="2867" actId="1076"/>
          <ac:spMkLst>
            <pc:docMk/>
            <pc:sldMk cId="373902730" sldId="1170"/>
            <ac:spMk id="9" creationId="{E970E91B-C6FD-4EFF-CF48-8988C291B142}"/>
          </ac:spMkLst>
        </pc:spChg>
        <pc:spChg chg="add mod">
          <ac:chgData name="Marcel van Oijen" userId="535b5bdf4c23b207" providerId="LiveId" clId="{13A487FE-4893-5F25-A2B5-6BBFE7879D51}" dt="2025-08-21T16:18:45.343" v="2866" actId="1076"/>
          <ac:spMkLst>
            <pc:docMk/>
            <pc:sldMk cId="373902730" sldId="1170"/>
            <ac:spMk id="11" creationId="{2CA72084-4874-65E3-A8F2-A85254B49658}"/>
          </ac:spMkLst>
        </pc:spChg>
        <pc:cxnChg chg="add mod">
          <ac:chgData name="Marcel van Oijen" userId="535b5bdf4c23b207" providerId="LiveId" clId="{13A487FE-4893-5F25-A2B5-6BBFE7879D51}" dt="2025-08-21T16:21:37.680" v="2892" actId="14100"/>
          <ac:cxnSpMkLst>
            <pc:docMk/>
            <pc:sldMk cId="373902730" sldId="1170"/>
            <ac:cxnSpMk id="12" creationId="{71C49E6A-2783-EDD8-0FCA-709434D78665}"/>
          </ac:cxnSpMkLst>
        </pc:cxnChg>
        <pc:cxnChg chg="add mod">
          <ac:chgData name="Marcel van Oijen" userId="535b5bdf4c23b207" providerId="LiveId" clId="{13A487FE-4893-5F25-A2B5-6BBFE7879D51}" dt="2025-08-21T16:21:33.175" v="2891" actId="14100"/>
          <ac:cxnSpMkLst>
            <pc:docMk/>
            <pc:sldMk cId="373902730" sldId="1170"/>
            <ac:cxnSpMk id="13" creationId="{7DF530E2-DAC8-E0FE-4610-EC51EED22C9D}"/>
          </ac:cxnSpMkLst>
        </pc:cxnChg>
        <pc:cxnChg chg="add mod">
          <ac:chgData name="Marcel van Oijen" userId="535b5bdf4c23b207" providerId="LiveId" clId="{13A487FE-4893-5F25-A2B5-6BBFE7879D51}" dt="2025-08-21T16:21:27.943" v="2890" actId="14100"/>
          <ac:cxnSpMkLst>
            <pc:docMk/>
            <pc:sldMk cId="373902730" sldId="1170"/>
            <ac:cxnSpMk id="14" creationId="{CCE1DAB7-F6D6-3258-E62B-B462C95F8498}"/>
          </ac:cxnSpMkLst>
        </pc:cxnChg>
        <pc:cxnChg chg="mod">
          <ac:chgData name="Marcel van Oijen" userId="535b5bdf4c23b207" providerId="LiveId" clId="{13A487FE-4893-5F25-A2B5-6BBFE7879D51}" dt="2025-08-21T16:13:43.886" v="2817" actId="478"/>
          <ac:cxnSpMkLst>
            <pc:docMk/>
            <pc:sldMk cId="373902730" sldId="1170"/>
            <ac:cxnSpMk id="21" creationId="{68127501-014B-9EE1-E2DA-8A3E6859C435}"/>
          </ac:cxnSpMkLst>
        </pc:cxnChg>
        <pc:cxnChg chg="mod">
          <ac:chgData name="Marcel van Oijen" userId="535b5bdf4c23b207" providerId="LiveId" clId="{13A487FE-4893-5F25-A2B5-6BBFE7879D51}" dt="2025-08-21T16:13:43.886" v="2817" actId="478"/>
          <ac:cxnSpMkLst>
            <pc:docMk/>
            <pc:sldMk cId="373902730" sldId="1170"/>
            <ac:cxnSpMk id="23" creationId="{5F9E8799-189A-FBE4-EF29-7AA77E1D1BE3}"/>
          </ac:cxnSpMkLst>
        </pc:cxnChg>
        <pc:cxnChg chg="add mod">
          <ac:chgData name="Marcel van Oijen" userId="535b5bdf4c23b207" providerId="LiveId" clId="{13A487FE-4893-5F25-A2B5-6BBFE7879D51}" dt="2025-08-21T16:21:54.543" v="2952" actId="1037"/>
          <ac:cxnSpMkLst>
            <pc:docMk/>
            <pc:sldMk cId="373902730" sldId="1170"/>
            <ac:cxnSpMk id="35" creationId="{7A24C4A0-3D8F-766C-8CE4-C2909A06B423}"/>
          </ac:cxnSpMkLst>
        </pc:cxnChg>
        <pc:cxnChg chg="add mod">
          <ac:chgData name="Marcel van Oijen" userId="535b5bdf4c23b207" providerId="LiveId" clId="{13A487FE-4893-5F25-A2B5-6BBFE7879D51}" dt="2025-08-21T16:21:54.543" v="2952" actId="1037"/>
          <ac:cxnSpMkLst>
            <pc:docMk/>
            <pc:sldMk cId="373902730" sldId="1170"/>
            <ac:cxnSpMk id="36" creationId="{2A90145D-6310-B9D2-6BFB-9B97EFCAE651}"/>
          </ac:cxnSpMkLst>
        </pc:cxnChg>
        <pc:cxnChg chg="add mod">
          <ac:chgData name="Marcel van Oijen" userId="535b5bdf4c23b207" providerId="LiveId" clId="{13A487FE-4893-5F25-A2B5-6BBFE7879D51}" dt="2025-08-21T16:21:54.543" v="2952" actId="1037"/>
          <ac:cxnSpMkLst>
            <pc:docMk/>
            <pc:sldMk cId="373902730" sldId="1170"/>
            <ac:cxnSpMk id="37" creationId="{DCE9240E-0847-9EE3-F208-25006DD6DFDD}"/>
          </ac:cxnSpMkLst>
        </pc:cxnChg>
        <pc:cxnChg chg="add mod">
          <ac:chgData name="Marcel van Oijen" userId="535b5bdf4c23b207" providerId="LiveId" clId="{13A487FE-4893-5F25-A2B5-6BBFE7879D51}" dt="2025-08-21T16:22:05.905" v="3003" actId="1037"/>
          <ac:cxnSpMkLst>
            <pc:docMk/>
            <pc:sldMk cId="373902730" sldId="1170"/>
            <ac:cxnSpMk id="38" creationId="{EEDD786F-2C1D-803E-EFFF-C4FED7382849}"/>
          </ac:cxnSpMkLst>
        </pc:cxnChg>
        <pc:cxnChg chg="add mod">
          <ac:chgData name="Marcel van Oijen" userId="535b5bdf4c23b207" providerId="LiveId" clId="{13A487FE-4893-5F25-A2B5-6BBFE7879D51}" dt="2025-08-21T16:22:05.905" v="3003" actId="1037"/>
          <ac:cxnSpMkLst>
            <pc:docMk/>
            <pc:sldMk cId="373902730" sldId="1170"/>
            <ac:cxnSpMk id="39" creationId="{59CD129C-9020-7494-DD9A-7A4156FBE4BD}"/>
          </ac:cxnSpMkLst>
        </pc:cxnChg>
        <pc:cxnChg chg="add mod">
          <ac:chgData name="Marcel van Oijen" userId="535b5bdf4c23b207" providerId="LiveId" clId="{13A487FE-4893-5F25-A2B5-6BBFE7879D51}" dt="2025-08-21T16:22:05.905" v="3003" actId="1037"/>
          <ac:cxnSpMkLst>
            <pc:docMk/>
            <pc:sldMk cId="373902730" sldId="1170"/>
            <ac:cxnSpMk id="40" creationId="{07412EB7-492D-BE0A-D621-22E2E8ED0F3A}"/>
          </ac:cxnSpMkLst>
        </pc:cxnChg>
        <pc:cxnChg chg="add mod">
          <ac:chgData name="Marcel van Oijen" userId="535b5bdf4c23b207" providerId="LiveId" clId="{13A487FE-4893-5F25-A2B5-6BBFE7879D51}" dt="2025-08-21T16:22:16.727" v="3055" actId="1037"/>
          <ac:cxnSpMkLst>
            <pc:docMk/>
            <pc:sldMk cId="373902730" sldId="1170"/>
            <ac:cxnSpMk id="44" creationId="{1AF986BD-810D-4E1D-AA5F-DDEEDF337C0E}"/>
          </ac:cxnSpMkLst>
        </pc:cxnChg>
        <pc:cxnChg chg="add mod">
          <ac:chgData name="Marcel van Oijen" userId="535b5bdf4c23b207" providerId="LiveId" clId="{13A487FE-4893-5F25-A2B5-6BBFE7879D51}" dt="2025-08-21T16:22:16.727" v="3055" actId="1037"/>
          <ac:cxnSpMkLst>
            <pc:docMk/>
            <pc:sldMk cId="373902730" sldId="1170"/>
            <ac:cxnSpMk id="45" creationId="{3EF156FC-947C-EE18-2F91-730A2C94418B}"/>
          </ac:cxnSpMkLst>
        </pc:cxnChg>
        <pc:cxnChg chg="add mod">
          <ac:chgData name="Marcel van Oijen" userId="535b5bdf4c23b207" providerId="LiveId" clId="{13A487FE-4893-5F25-A2B5-6BBFE7879D51}" dt="2025-08-21T16:22:16.727" v="3055" actId="1037"/>
          <ac:cxnSpMkLst>
            <pc:docMk/>
            <pc:sldMk cId="373902730" sldId="1170"/>
            <ac:cxnSpMk id="46" creationId="{BE7A51B0-C585-91A8-DDDC-2EB487EA5FC5}"/>
          </ac:cxnSpMkLst>
        </pc:cxnChg>
      </pc:sldChg>
      <pc:sldChg chg="add del">
        <pc:chgData name="Marcel van Oijen" userId="535b5bdf4c23b207" providerId="LiveId" clId="{13A487FE-4893-5F25-A2B5-6BBFE7879D51}" dt="2025-08-25T09:28:55.085" v="3075"/>
        <pc:sldMkLst>
          <pc:docMk/>
          <pc:sldMk cId="1940319884" sldId="1171"/>
        </pc:sldMkLst>
      </pc:sldChg>
      <pc:sldChg chg="addSp delSp modSp add mod ord">
        <pc:chgData name="Marcel van Oijen" userId="535b5bdf4c23b207" providerId="LiveId" clId="{13A487FE-4893-5F25-A2B5-6BBFE7879D51}" dt="2025-09-01T13:14:19.519" v="8364" actId="20577"/>
        <pc:sldMkLst>
          <pc:docMk/>
          <pc:sldMk cId="3037070677" sldId="1171"/>
        </pc:sldMkLst>
        <pc:spChg chg="mod">
          <ac:chgData name="Marcel van Oijen" userId="535b5bdf4c23b207" providerId="LiveId" clId="{13A487FE-4893-5F25-A2B5-6BBFE7879D51}" dt="2025-08-25T10:40:59.830" v="3219" actId="20577"/>
          <ac:spMkLst>
            <pc:docMk/>
            <pc:sldMk cId="3037070677" sldId="1171"/>
            <ac:spMk id="2" creationId="{29F1ECDD-17CE-54BD-0396-6E87BEC8A75C}"/>
          </ac:spMkLst>
        </pc:spChg>
        <pc:spChg chg="add mod">
          <ac:chgData name="Marcel van Oijen" userId="535b5bdf4c23b207" providerId="LiveId" clId="{13A487FE-4893-5F25-A2B5-6BBFE7879D51}" dt="2025-08-25T14:09:47.924" v="3861" actId="1036"/>
          <ac:spMkLst>
            <pc:docMk/>
            <pc:sldMk cId="3037070677" sldId="1171"/>
            <ac:spMk id="9" creationId="{C488DD3C-BAE2-2694-82EA-78198333B0AF}"/>
          </ac:spMkLst>
        </pc:spChg>
        <pc:graphicFrameChg chg="modGraphic">
          <ac:chgData name="Marcel van Oijen" userId="535b5bdf4c23b207" providerId="LiveId" clId="{13A487FE-4893-5F25-A2B5-6BBFE7879D51}" dt="2025-08-25T11:06:16.337" v="3324" actId="20577"/>
          <ac:graphicFrameMkLst>
            <pc:docMk/>
            <pc:sldMk cId="3037070677" sldId="1171"/>
            <ac:graphicFrameMk id="6" creationId="{E1CB546C-6C28-6EF1-3710-DAD5F3DCD330}"/>
          </ac:graphicFrameMkLst>
        </pc:graphicFrameChg>
        <pc:graphicFrameChg chg="mod modGraphic">
          <ac:chgData name="Marcel van Oijen" userId="535b5bdf4c23b207" providerId="LiveId" clId="{13A487FE-4893-5F25-A2B5-6BBFE7879D51}" dt="2025-09-01T13:14:19.519" v="8364" actId="20577"/>
          <ac:graphicFrameMkLst>
            <pc:docMk/>
            <pc:sldMk cId="3037070677" sldId="1171"/>
            <ac:graphicFrameMk id="12" creationId="{360F9079-FE8C-3700-E0C2-B92267E89EBE}"/>
          </ac:graphicFrameMkLst>
        </pc:graphicFrameChg>
        <pc:graphicFrameChg chg="mod modGraphic">
          <ac:chgData name="Marcel van Oijen" userId="535b5bdf4c23b207" providerId="LiveId" clId="{13A487FE-4893-5F25-A2B5-6BBFE7879D51}" dt="2025-08-25T11:14:52.872" v="3363" actId="20577"/>
          <ac:graphicFrameMkLst>
            <pc:docMk/>
            <pc:sldMk cId="3037070677" sldId="1171"/>
            <ac:graphicFrameMk id="13" creationId="{BDF39AE3-BFEA-912E-D2A4-4635A6E34396}"/>
          </ac:graphicFrameMkLst>
        </pc:graphicFrameChg>
      </pc:sldChg>
      <pc:sldChg chg="new del">
        <pc:chgData name="Marcel van Oijen" userId="535b5bdf4c23b207" providerId="LiveId" clId="{13A487FE-4893-5F25-A2B5-6BBFE7879D51}" dt="2025-08-25T09:28:26.566" v="3073" actId="2696"/>
        <pc:sldMkLst>
          <pc:docMk/>
          <pc:sldMk cId="3694586117" sldId="1171"/>
        </pc:sldMkLst>
      </pc:sldChg>
      <pc:sldChg chg="addSp delSp modSp add mod ord">
        <pc:chgData name="Marcel van Oijen" userId="535b5bdf4c23b207" providerId="LiveId" clId="{13A487FE-4893-5F25-A2B5-6BBFE7879D51}" dt="2025-08-25T13:10:22.048" v="3418" actId="1076"/>
        <pc:sldMkLst>
          <pc:docMk/>
          <pc:sldMk cId="2403983925" sldId="1172"/>
        </pc:sldMkLst>
        <pc:spChg chg="mod">
          <ac:chgData name="Marcel van Oijen" userId="535b5bdf4c23b207" providerId="LiveId" clId="{13A487FE-4893-5F25-A2B5-6BBFE7879D51}" dt="2025-08-25T10:17:19.061" v="3140" actId="1037"/>
          <ac:spMkLst>
            <pc:docMk/>
            <pc:sldMk cId="2403983925" sldId="1172"/>
            <ac:spMk id="18450" creationId="{6AC690C7-F794-69AD-5A71-D726C53B142D}"/>
          </ac:spMkLst>
        </pc:spChg>
        <pc:picChg chg="add mod">
          <ac:chgData name="Marcel van Oijen" userId="535b5bdf4c23b207" providerId="LiveId" clId="{13A487FE-4893-5F25-A2B5-6BBFE7879D51}" dt="2025-08-25T09:54:25.967" v="3133" actId="14100"/>
          <ac:picMkLst>
            <pc:docMk/>
            <pc:sldMk cId="2403983925" sldId="1172"/>
            <ac:picMk id="5" creationId="{277A0C22-332A-5D35-5941-282CC9B55B30}"/>
          </ac:picMkLst>
        </pc:picChg>
        <pc:picChg chg="add mod">
          <ac:chgData name="Marcel van Oijen" userId="535b5bdf4c23b207" providerId="LiveId" clId="{13A487FE-4893-5F25-A2B5-6BBFE7879D51}" dt="2025-08-25T13:10:22.048" v="3418" actId="1076"/>
          <ac:picMkLst>
            <pc:docMk/>
            <pc:sldMk cId="2403983925" sldId="1172"/>
            <ac:picMk id="6" creationId="{99FD238D-884F-B3F2-079B-53416C8ACC5A}"/>
          </ac:picMkLst>
        </pc:picChg>
      </pc:sldChg>
      <pc:sldChg chg="delSp modSp add del mod">
        <pc:chgData name="Marcel van Oijen" userId="535b5bdf4c23b207" providerId="LiveId" clId="{13A487FE-4893-5F25-A2B5-6BBFE7879D51}" dt="2025-08-25T10:57:20.190" v="3295" actId="2696"/>
        <pc:sldMkLst>
          <pc:docMk/>
          <pc:sldMk cId="78223821" sldId="1173"/>
        </pc:sldMkLst>
      </pc:sldChg>
      <pc:sldChg chg="delSp add del mod">
        <pc:chgData name="Marcel van Oijen" userId="535b5bdf4c23b207" providerId="LiveId" clId="{13A487FE-4893-5F25-A2B5-6BBFE7879D51}" dt="2025-08-25T11:15:36.116" v="3364" actId="2696"/>
        <pc:sldMkLst>
          <pc:docMk/>
          <pc:sldMk cId="1236863674" sldId="1173"/>
        </pc:sldMkLst>
      </pc:sldChg>
      <pc:sldChg chg="addSp delSp modSp add mod">
        <pc:chgData name="Marcel van Oijen" userId="535b5bdf4c23b207" providerId="LiveId" clId="{13A487FE-4893-5F25-A2B5-6BBFE7879D51}" dt="2025-09-01T16:41:56.427" v="8496" actId="1035"/>
        <pc:sldMkLst>
          <pc:docMk/>
          <pc:sldMk cId="1267257827" sldId="1173"/>
        </pc:sldMkLst>
        <pc:spChg chg="mod">
          <ac:chgData name="Marcel van Oijen" userId="535b5bdf4c23b207" providerId="LiveId" clId="{13A487FE-4893-5F25-A2B5-6BBFE7879D51}" dt="2025-08-25T14:05:43.816" v="3846" actId="20577"/>
          <ac:spMkLst>
            <pc:docMk/>
            <pc:sldMk cId="1267257827" sldId="1173"/>
            <ac:spMk id="2" creationId="{72ED40F0-21F4-B20E-FFDA-B3FD08805303}"/>
          </ac:spMkLst>
        </pc:spChg>
        <pc:spChg chg="add mod">
          <ac:chgData name="Marcel van Oijen" userId="535b5bdf4c23b207" providerId="LiveId" clId="{13A487FE-4893-5F25-A2B5-6BBFE7879D51}" dt="2025-08-25T14:22:56.453" v="4296" actId="1036"/>
          <ac:spMkLst>
            <pc:docMk/>
            <pc:sldMk cId="1267257827" sldId="1173"/>
            <ac:spMk id="25" creationId="{A738F264-4E65-6583-9926-B9D0FE08A24C}"/>
          </ac:spMkLst>
        </pc:spChg>
        <pc:spChg chg="add mod">
          <ac:chgData name="Marcel van Oijen" userId="535b5bdf4c23b207" providerId="LiveId" clId="{13A487FE-4893-5F25-A2B5-6BBFE7879D51}" dt="2025-08-25T14:17:34.901" v="4212" actId="114"/>
          <ac:spMkLst>
            <pc:docMk/>
            <pc:sldMk cId="1267257827" sldId="1173"/>
            <ac:spMk id="26" creationId="{09F24454-B898-9598-D124-9316FEE57976}"/>
          </ac:spMkLst>
        </pc:spChg>
        <pc:spChg chg="add mod">
          <ac:chgData name="Marcel van Oijen" userId="535b5bdf4c23b207" providerId="LiveId" clId="{13A487FE-4893-5F25-A2B5-6BBFE7879D51}" dt="2025-08-25T15:18:14.911" v="4830" actId="20577"/>
          <ac:spMkLst>
            <pc:docMk/>
            <pc:sldMk cId="1267257827" sldId="1173"/>
            <ac:spMk id="27" creationId="{EA65223B-F096-0C53-5106-99522163250C}"/>
          </ac:spMkLst>
        </pc:spChg>
        <pc:spChg chg="add mod">
          <ac:chgData name="Marcel van Oijen" userId="535b5bdf4c23b207" providerId="LiveId" clId="{13A487FE-4893-5F25-A2B5-6BBFE7879D51}" dt="2025-08-25T14:50:38.678" v="4634" actId="20577"/>
          <ac:spMkLst>
            <pc:docMk/>
            <pc:sldMk cId="1267257827" sldId="1173"/>
            <ac:spMk id="28" creationId="{EACD2B55-2AF3-D271-48A3-C30EF840BDFC}"/>
          </ac:spMkLst>
        </pc:spChg>
        <pc:picChg chg="add mod">
          <ac:chgData name="Marcel van Oijen" userId="535b5bdf4c23b207" providerId="LiveId" clId="{13A487FE-4893-5F25-A2B5-6BBFE7879D51}" dt="2025-08-25T14:35:00.906" v="4473" actId="1035"/>
          <ac:picMkLst>
            <pc:docMk/>
            <pc:sldMk cId="1267257827" sldId="1173"/>
            <ac:picMk id="4" creationId="{FFDF3D1A-A5B3-77FD-D0F0-1BD00616F3A9}"/>
          </ac:picMkLst>
        </pc:picChg>
        <pc:picChg chg="add mod">
          <ac:chgData name="Marcel van Oijen" userId="535b5bdf4c23b207" providerId="LiveId" clId="{13A487FE-4893-5F25-A2B5-6BBFE7879D51}" dt="2025-08-25T14:04:02.959" v="3782" actId="1035"/>
          <ac:picMkLst>
            <pc:docMk/>
            <pc:sldMk cId="1267257827" sldId="1173"/>
            <ac:picMk id="5" creationId="{C75C8BD5-0491-940B-D3A0-B00594AC1477}"/>
          </ac:picMkLst>
        </pc:picChg>
        <pc:picChg chg="add mod">
          <ac:chgData name="Marcel van Oijen" userId="535b5bdf4c23b207" providerId="LiveId" clId="{13A487FE-4893-5F25-A2B5-6BBFE7879D51}" dt="2025-08-25T14:03:47.535" v="3724" actId="1036"/>
          <ac:picMkLst>
            <pc:docMk/>
            <pc:sldMk cId="1267257827" sldId="1173"/>
            <ac:picMk id="10" creationId="{3F51D5DE-750D-FDA8-2B76-5916FD9E030A}"/>
          </ac:picMkLst>
        </pc:picChg>
        <pc:picChg chg="add mod">
          <ac:chgData name="Marcel van Oijen" userId="535b5bdf4c23b207" providerId="LiveId" clId="{13A487FE-4893-5F25-A2B5-6BBFE7879D51}" dt="2025-09-01T16:41:56.427" v="8496" actId="1035"/>
          <ac:picMkLst>
            <pc:docMk/>
            <pc:sldMk cId="1267257827" sldId="1173"/>
            <ac:picMk id="21" creationId="{3B0D16C2-0B41-99E1-35F8-0870258C98C1}"/>
          </ac:picMkLst>
        </pc:picChg>
        <pc:picChg chg="add mod">
          <ac:chgData name="Marcel van Oijen" userId="535b5bdf4c23b207" providerId="LiveId" clId="{13A487FE-4893-5F25-A2B5-6BBFE7879D51}" dt="2025-08-25T14:50:56.917" v="4635" actId="14100"/>
          <ac:picMkLst>
            <pc:docMk/>
            <pc:sldMk cId="1267257827" sldId="1173"/>
            <ac:picMk id="22" creationId="{F96DDDD5-1110-F8AB-E3FA-A5FCE95C4600}"/>
          </ac:picMkLst>
        </pc:picChg>
      </pc:sldChg>
      <pc:sldChg chg="add del">
        <pc:chgData name="Marcel van Oijen" userId="535b5bdf4c23b207" providerId="LiveId" clId="{13A487FE-4893-5F25-A2B5-6BBFE7879D51}" dt="2025-08-25T10:59:32.406" v="3309" actId="2696"/>
        <pc:sldMkLst>
          <pc:docMk/>
          <pc:sldMk cId="1930246816" sldId="1173"/>
        </pc:sldMkLst>
      </pc:sldChg>
      <pc:sldChg chg="addSp delSp modSp add mod">
        <pc:chgData name="Marcel van Oijen" userId="535b5bdf4c23b207" providerId="LiveId" clId="{13A487FE-4893-5F25-A2B5-6BBFE7879D51}" dt="2025-08-25T14:45:51.204" v="4628" actId="14100"/>
        <pc:sldMkLst>
          <pc:docMk/>
          <pc:sldMk cId="1455485834" sldId="1174"/>
        </pc:sldMkLst>
        <pc:spChg chg="mod">
          <ac:chgData name="Marcel van Oijen" userId="535b5bdf4c23b207" providerId="LiveId" clId="{13A487FE-4893-5F25-A2B5-6BBFE7879D51}" dt="2025-08-25T14:39:07.244" v="4512" actId="20577"/>
          <ac:spMkLst>
            <pc:docMk/>
            <pc:sldMk cId="1455485834" sldId="1174"/>
            <ac:spMk id="2" creationId="{77F34032-1B25-74EA-3273-6366773E4BEB}"/>
          </ac:spMkLst>
        </pc:spChg>
        <pc:spChg chg="add mod">
          <ac:chgData name="Marcel van Oijen" userId="535b5bdf4c23b207" providerId="LiveId" clId="{13A487FE-4893-5F25-A2B5-6BBFE7879D51}" dt="2025-08-25T14:32:52.555" v="4458" actId="20577"/>
          <ac:spMkLst>
            <pc:docMk/>
            <pc:sldMk cId="1455485834" sldId="1174"/>
            <ac:spMk id="12" creationId="{4E0E0CA1-0342-1D6F-1E56-3C742E913B4B}"/>
          </ac:spMkLst>
        </pc:spChg>
        <pc:spChg chg="mod">
          <ac:chgData name="Marcel van Oijen" userId="535b5bdf4c23b207" providerId="LiveId" clId="{13A487FE-4893-5F25-A2B5-6BBFE7879D51}" dt="2025-08-25T14:34:23.317" v="4471" actId="1036"/>
          <ac:spMkLst>
            <pc:docMk/>
            <pc:sldMk cId="1455485834" sldId="1174"/>
            <ac:spMk id="14" creationId="{BAEE650F-602E-09C3-8EF1-224225DF1651}"/>
          </ac:spMkLst>
        </pc:spChg>
        <pc:spChg chg="mod">
          <ac:chgData name="Marcel van Oijen" userId="535b5bdf4c23b207" providerId="LiveId" clId="{13A487FE-4893-5F25-A2B5-6BBFE7879D51}" dt="2025-08-25T14:34:23.317" v="4471" actId="1036"/>
          <ac:spMkLst>
            <pc:docMk/>
            <pc:sldMk cId="1455485834" sldId="1174"/>
            <ac:spMk id="15" creationId="{EEEB8773-E0B7-7CF6-EE34-F22980EE968B}"/>
          </ac:spMkLst>
        </pc:spChg>
        <pc:spChg chg="mod">
          <ac:chgData name="Marcel van Oijen" userId="535b5bdf4c23b207" providerId="LiveId" clId="{13A487FE-4893-5F25-A2B5-6BBFE7879D51}" dt="2025-08-25T14:34:23.317" v="4471" actId="1036"/>
          <ac:spMkLst>
            <pc:docMk/>
            <pc:sldMk cId="1455485834" sldId="1174"/>
            <ac:spMk id="18" creationId="{101C6FD4-C242-7F3D-8E67-8C4FC75F9BBE}"/>
          </ac:spMkLst>
        </pc:spChg>
        <pc:spChg chg="mod">
          <ac:chgData name="Marcel van Oijen" userId="535b5bdf4c23b207" providerId="LiveId" clId="{13A487FE-4893-5F25-A2B5-6BBFE7879D51}" dt="2025-08-25T14:34:23.317" v="4471" actId="1036"/>
          <ac:spMkLst>
            <pc:docMk/>
            <pc:sldMk cId="1455485834" sldId="1174"/>
            <ac:spMk id="19" creationId="{2B881579-F8A3-2882-F8F4-E252BA6DD21E}"/>
          </ac:spMkLst>
        </pc:spChg>
        <pc:spChg chg="add mod">
          <ac:chgData name="Marcel van Oijen" userId="535b5bdf4c23b207" providerId="LiveId" clId="{13A487FE-4893-5F25-A2B5-6BBFE7879D51}" dt="2025-08-25T14:43:00.954" v="4588" actId="14100"/>
          <ac:spMkLst>
            <pc:docMk/>
            <pc:sldMk cId="1455485834" sldId="1174"/>
            <ac:spMk id="29" creationId="{F107C5FD-AA50-78E2-F76B-D231BE956ADB}"/>
          </ac:spMkLst>
        </pc:spChg>
        <pc:spChg chg="add mod">
          <ac:chgData name="Marcel van Oijen" userId="535b5bdf4c23b207" providerId="LiveId" clId="{13A487FE-4893-5F25-A2B5-6BBFE7879D51}" dt="2025-08-25T14:45:30.328" v="4621" actId="14100"/>
          <ac:spMkLst>
            <pc:docMk/>
            <pc:sldMk cId="1455485834" sldId="1174"/>
            <ac:spMk id="31" creationId="{8630966A-BEEA-EE8B-EECF-C76419063452}"/>
          </ac:spMkLst>
        </pc:spChg>
        <pc:spChg chg="add mod">
          <ac:chgData name="Marcel van Oijen" userId="535b5bdf4c23b207" providerId="LiveId" clId="{13A487FE-4893-5F25-A2B5-6BBFE7879D51}" dt="2025-08-25T14:45:44.163" v="4625" actId="1076"/>
          <ac:spMkLst>
            <pc:docMk/>
            <pc:sldMk cId="1455485834" sldId="1174"/>
            <ac:spMk id="32" creationId="{F8D66261-FB1C-2515-9575-98B5786261B1}"/>
          </ac:spMkLst>
        </pc:spChg>
        <pc:spChg chg="add mod">
          <ac:chgData name="Marcel van Oijen" userId="535b5bdf4c23b207" providerId="LiveId" clId="{13A487FE-4893-5F25-A2B5-6BBFE7879D51}" dt="2025-08-25T14:45:51.204" v="4628" actId="14100"/>
          <ac:spMkLst>
            <pc:docMk/>
            <pc:sldMk cId="1455485834" sldId="1174"/>
            <ac:spMk id="33" creationId="{D665BF8E-D209-F4B6-A102-235AFCF7FF32}"/>
          </ac:spMkLst>
        </pc:spChg>
        <pc:grpChg chg="add mod">
          <ac:chgData name="Marcel van Oijen" userId="535b5bdf4c23b207" providerId="LiveId" clId="{13A487FE-4893-5F25-A2B5-6BBFE7879D51}" dt="2025-08-25T14:32:41.757" v="4456" actId="1036"/>
          <ac:grpSpMkLst>
            <pc:docMk/>
            <pc:sldMk cId="1455485834" sldId="1174"/>
            <ac:grpSpMk id="24" creationId="{C1796564-3206-EED4-C3BF-A9C1D163683D}"/>
          </ac:grpSpMkLst>
        </pc:grpChg>
        <pc:graphicFrameChg chg="mod">
          <ac:chgData name="Marcel van Oijen" userId="535b5bdf4c23b207" providerId="LiveId" clId="{13A487FE-4893-5F25-A2B5-6BBFE7879D51}" dt="2025-08-25T14:34:23.317" v="4471" actId="1036"/>
          <ac:graphicFrameMkLst>
            <pc:docMk/>
            <pc:sldMk cId="1455485834" sldId="1174"/>
            <ac:graphicFrameMk id="8" creationId="{34C45C5F-ABAB-1C5C-E94F-9053801EA81A}"/>
          </ac:graphicFrameMkLst>
        </pc:graphicFrameChg>
        <pc:graphicFrameChg chg="mod">
          <ac:chgData name="Marcel van Oijen" userId="535b5bdf4c23b207" providerId="LiveId" clId="{13A487FE-4893-5F25-A2B5-6BBFE7879D51}" dt="2025-08-25T14:34:23.317" v="4471" actId="1036"/>
          <ac:graphicFrameMkLst>
            <pc:docMk/>
            <pc:sldMk cId="1455485834" sldId="1174"/>
            <ac:graphicFrameMk id="13" creationId="{41A01AC0-E80A-31C7-69C7-7CAE08986D05}"/>
          </ac:graphicFrameMkLst>
        </pc:graphicFrameChg>
        <pc:picChg chg="add mod">
          <ac:chgData name="Marcel van Oijen" userId="535b5bdf4c23b207" providerId="LiveId" clId="{13A487FE-4893-5F25-A2B5-6BBFE7879D51}" dt="2025-08-25T14:30:15.010" v="4444" actId="1076"/>
          <ac:picMkLst>
            <pc:docMk/>
            <pc:sldMk cId="1455485834" sldId="1174"/>
            <ac:picMk id="6" creationId="{31B14ADB-4AF9-07A2-819B-CC915AFF53B1}"/>
          </ac:picMkLst>
        </pc:picChg>
        <pc:picChg chg="mod">
          <ac:chgData name="Marcel van Oijen" userId="535b5bdf4c23b207" providerId="LiveId" clId="{13A487FE-4893-5F25-A2B5-6BBFE7879D51}" dt="2025-08-25T14:30:28.697" v="4447" actId="14100"/>
          <ac:picMkLst>
            <pc:docMk/>
            <pc:sldMk cId="1455485834" sldId="1174"/>
            <ac:picMk id="10" creationId="{FC68580B-4836-BE2D-F4E8-9EF1066D6BD2}"/>
          </ac:picMkLst>
        </pc:picChg>
        <pc:picChg chg="add mod">
          <ac:chgData name="Marcel van Oijen" userId="535b5bdf4c23b207" providerId="LiveId" clId="{13A487FE-4893-5F25-A2B5-6BBFE7879D51}" dt="2025-08-25T14:30:18.431" v="4445" actId="1076"/>
          <ac:picMkLst>
            <pc:docMk/>
            <pc:sldMk cId="1455485834" sldId="1174"/>
            <ac:picMk id="17" creationId="{A174D8AA-CE74-4E7F-AD40-593DFE2AF5B7}"/>
          </ac:picMkLst>
        </pc:picChg>
        <pc:picChg chg="add mod">
          <ac:chgData name="Marcel van Oijen" userId="535b5bdf4c23b207" providerId="LiveId" clId="{13A487FE-4893-5F25-A2B5-6BBFE7879D51}" dt="2025-08-25T14:35:24.831" v="4478" actId="14100"/>
          <ac:picMkLst>
            <pc:docMk/>
            <pc:sldMk cId="1455485834" sldId="1174"/>
            <ac:picMk id="25" creationId="{F08BBF38-4F10-7A25-974B-92A6540F17B8}"/>
          </ac:picMkLst>
        </pc:picChg>
        <pc:picChg chg="add mod">
          <ac:chgData name="Marcel van Oijen" userId="535b5bdf4c23b207" providerId="LiveId" clId="{13A487FE-4893-5F25-A2B5-6BBFE7879D51}" dt="2025-08-25T14:37:49.322" v="4481" actId="1076"/>
          <ac:picMkLst>
            <pc:docMk/>
            <pc:sldMk cId="1455485834" sldId="1174"/>
            <ac:picMk id="26" creationId="{2DFAEE52-329A-F765-9380-D178820B15DA}"/>
          </ac:picMkLst>
        </pc:picChg>
        <pc:cxnChg chg="mod">
          <ac:chgData name="Marcel van Oijen" userId="535b5bdf4c23b207" providerId="LiveId" clId="{13A487FE-4893-5F25-A2B5-6BBFE7879D51}" dt="2025-08-25T14:34:23.317" v="4471" actId="1036"/>
          <ac:cxnSpMkLst>
            <pc:docMk/>
            <pc:sldMk cId="1455485834" sldId="1174"/>
            <ac:cxnSpMk id="3" creationId="{329FAC1B-F02A-4F7C-FD1E-C24002F5D321}"/>
          </ac:cxnSpMkLst>
        </pc:cxnChg>
        <pc:cxnChg chg="mod">
          <ac:chgData name="Marcel van Oijen" userId="535b5bdf4c23b207" providerId="LiveId" clId="{13A487FE-4893-5F25-A2B5-6BBFE7879D51}" dt="2025-08-25T14:34:23.317" v="4471" actId="1036"/>
          <ac:cxnSpMkLst>
            <pc:docMk/>
            <pc:sldMk cId="1455485834" sldId="1174"/>
            <ac:cxnSpMk id="7" creationId="{4151C99E-5128-2193-C45A-9E871EDD3964}"/>
          </ac:cxnSpMkLst>
        </pc:cxnChg>
        <pc:cxnChg chg="mod">
          <ac:chgData name="Marcel van Oijen" userId="535b5bdf4c23b207" providerId="LiveId" clId="{13A487FE-4893-5F25-A2B5-6BBFE7879D51}" dt="2025-08-25T14:34:23.317" v="4471" actId="1036"/>
          <ac:cxnSpMkLst>
            <pc:docMk/>
            <pc:sldMk cId="1455485834" sldId="1174"/>
            <ac:cxnSpMk id="11" creationId="{A1E9FFCD-7B56-F305-43AB-275D98B2498B}"/>
          </ac:cxnSpMkLst>
        </pc:cxnChg>
        <pc:cxnChg chg="mod">
          <ac:chgData name="Marcel van Oijen" userId="535b5bdf4c23b207" providerId="LiveId" clId="{13A487FE-4893-5F25-A2B5-6BBFE7879D51}" dt="2025-08-25T14:34:23.317" v="4471" actId="1036"/>
          <ac:cxnSpMkLst>
            <pc:docMk/>
            <pc:sldMk cId="1455485834" sldId="1174"/>
            <ac:cxnSpMk id="16" creationId="{D3A86B88-C3C7-007F-B637-B865CF35D249}"/>
          </ac:cxnSpMkLst>
        </pc:cxnChg>
        <pc:cxnChg chg="add mod">
          <ac:chgData name="Marcel van Oijen" userId="535b5bdf4c23b207" providerId="LiveId" clId="{13A487FE-4893-5F25-A2B5-6BBFE7879D51}" dt="2025-08-25T14:32:26.913" v="4452" actId="13822"/>
          <ac:cxnSpMkLst>
            <pc:docMk/>
            <pc:sldMk cId="1455485834" sldId="1174"/>
            <ac:cxnSpMk id="23" creationId="{58053D59-1D0D-70BC-A38B-9B40C502581B}"/>
          </ac:cxnSpMkLst>
        </pc:cxnChg>
      </pc:sldChg>
      <pc:sldChg chg="addSp delSp modSp add mod">
        <pc:chgData name="Marcel van Oijen" userId="535b5bdf4c23b207" providerId="LiveId" clId="{13A487FE-4893-5F25-A2B5-6BBFE7879D51}" dt="2025-08-26T11:13:18.289" v="6560" actId="1035"/>
        <pc:sldMkLst>
          <pc:docMk/>
          <pc:sldMk cId="3722106604" sldId="1175"/>
        </pc:sldMkLst>
        <pc:spChg chg="mod">
          <ac:chgData name="Marcel van Oijen" userId="535b5bdf4c23b207" providerId="LiveId" clId="{13A487FE-4893-5F25-A2B5-6BBFE7879D51}" dt="2025-08-25T14:59:04.980" v="4775" actId="255"/>
          <ac:spMkLst>
            <pc:docMk/>
            <pc:sldMk cId="3722106604" sldId="1175"/>
            <ac:spMk id="2" creationId="{17D599C3-2690-F58C-C1F9-F9EA02B1DB83}"/>
          </ac:spMkLst>
        </pc:spChg>
        <pc:spChg chg="add del mod">
          <ac:chgData name="Marcel van Oijen" userId="535b5bdf4c23b207" providerId="LiveId" clId="{13A487FE-4893-5F25-A2B5-6BBFE7879D51}" dt="2025-08-25T15:01:14.714" v="4798" actId="1076"/>
          <ac:spMkLst>
            <pc:docMk/>
            <pc:sldMk cId="3722106604" sldId="1175"/>
            <ac:spMk id="4" creationId="{1EB48633-C600-C12B-54F6-91107E77A0B9}"/>
          </ac:spMkLst>
        </pc:spChg>
        <pc:picChg chg="add mod">
          <ac:chgData name="Marcel van Oijen" userId="535b5bdf4c23b207" providerId="LiveId" clId="{13A487FE-4893-5F25-A2B5-6BBFE7879D51}" dt="2025-08-25T15:00:58.956" v="4795" actId="14100"/>
          <ac:picMkLst>
            <pc:docMk/>
            <pc:sldMk cId="3722106604" sldId="1175"/>
            <ac:picMk id="5" creationId="{C9670E2D-3A25-636F-5DC7-5776C2604A2F}"/>
          </ac:picMkLst>
        </pc:picChg>
        <pc:picChg chg="mod">
          <ac:chgData name="Marcel van Oijen" userId="535b5bdf4c23b207" providerId="LiveId" clId="{13A487FE-4893-5F25-A2B5-6BBFE7879D51}" dt="2025-08-25T14:57:32.441" v="4773" actId="1076"/>
          <ac:picMkLst>
            <pc:docMk/>
            <pc:sldMk cId="3722106604" sldId="1175"/>
            <ac:picMk id="6" creationId="{033986B1-AC18-1591-9C4F-1FC80AC7130F}"/>
          </ac:picMkLst>
        </pc:picChg>
        <pc:picChg chg="add mod">
          <ac:chgData name="Marcel van Oijen" userId="535b5bdf4c23b207" providerId="LiveId" clId="{13A487FE-4893-5F25-A2B5-6BBFE7879D51}" dt="2025-08-25T15:03:14.964" v="4805" actId="1037"/>
          <ac:picMkLst>
            <pc:docMk/>
            <pc:sldMk cId="3722106604" sldId="1175"/>
            <ac:picMk id="9" creationId="{5CB07402-B304-519D-98A1-8866331E9CDA}"/>
          </ac:picMkLst>
        </pc:picChg>
        <pc:picChg chg="add mod">
          <ac:chgData name="Marcel van Oijen" userId="535b5bdf4c23b207" providerId="LiveId" clId="{13A487FE-4893-5F25-A2B5-6BBFE7879D51}" dt="2025-08-25T15:04:12.712" v="4808" actId="14100"/>
          <ac:picMkLst>
            <pc:docMk/>
            <pc:sldMk cId="3722106604" sldId="1175"/>
            <ac:picMk id="20" creationId="{A54737AB-CD26-9416-7CCB-E15116221E9B}"/>
          </ac:picMkLst>
        </pc:picChg>
        <pc:picChg chg="add mod">
          <ac:chgData name="Marcel van Oijen" userId="535b5bdf4c23b207" providerId="LiveId" clId="{13A487FE-4893-5F25-A2B5-6BBFE7879D51}" dt="2025-08-26T11:13:18.289" v="6560" actId="1035"/>
          <ac:picMkLst>
            <pc:docMk/>
            <pc:sldMk cId="3722106604" sldId="1175"/>
            <ac:picMk id="21" creationId="{F3EDA661-6E76-CA07-4902-0C1323603073}"/>
          </ac:picMkLst>
        </pc:picChg>
      </pc:sldChg>
      <pc:sldChg chg="addSp modSp new mod">
        <pc:chgData name="Marcel van Oijen" userId="535b5bdf4c23b207" providerId="LiveId" clId="{13A487FE-4893-5F25-A2B5-6BBFE7879D51}" dt="2025-08-25T16:21:11.160" v="6559" actId="20577"/>
        <pc:sldMkLst>
          <pc:docMk/>
          <pc:sldMk cId="686669817" sldId="1176"/>
        </pc:sldMkLst>
        <pc:spChg chg="mod">
          <ac:chgData name="Marcel van Oijen" userId="535b5bdf4c23b207" providerId="LiveId" clId="{13A487FE-4893-5F25-A2B5-6BBFE7879D51}" dt="2025-08-25T15:29:16.577" v="4861" actId="20577"/>
          <ac:spMkLst>
            <pc:docMk/>
            <pc:sldMk cId="686669817" sldId="1176"/>
            <ac:spMk id="2" creationId="{3AB1643D-30EC-C011-9A62-43AAEE72E54D}"/>
          </ac:spMkLst>
        </pc:spChg>
        <pc:spChg chg="add mod">
          <ac:chgData name="Marcel van Oijen" userId="535b5bdf4c23b207" providerId="LiveId" clId="{13A487FE-4893-5F25-A2B5-6BBFE7879D51}" dt="2025-08-25T16:21:11.160" v="6559" actId="20577"/>
          <ac:spMkLst>
            <pc:docMk/>
            <pc:sldMk cId="686669817" sldId="1176"/>
            <ac:spMk id="3" creationId="{E0C05983-B40F-F87A-24B8-2F003A06D433}"/>
          </ac:spMkLst>
        </pc:spChg>
      </pc:sldChg>
      <pc:sldChg chg="addSp delSp modSp add mod modAnim">
        <pc:chgData name="Marcel van Oijen" userId="535b5bdf4c23b207" providerId="LiveId" clId="{13A487FE-4893-5F25-A2B5-6BBFE7879D51}" dt="2025-08-26T16:28:38.293" v="8269" actId="1036"/>
        <pc:sldMkLst>
          <pc:docMk/>
          <pc:sldMk cId="4195549950" sldId="1177"/>
        </pc:sldMkLst>
        <pc:spChg chg="mod">
          <ac:chgData name="Marcel van Oijen" userId="535b5bdf4c23b207" providerId="LiveId" clId="{13A487FE-4893-5F25-A2B5-6BBFE7879D51}" dt="2025-08-26T15:21:44.979" v="7151"/>
          <ac:spMkLst>
            <pc:docMk/>
            <pc:sldMk cId="4195549950" sldId="1177"/>
            <ac:spMk id="2" creationId="{A76CEF11-77D7-81B8-9B65-C0279FDF25A1}"/>
          </ac:spMkLst>
        </pc:spChg>
        <pc:spChg chg="add mod">
          <ac:chgData name="Marcel van Oijen" userId="535b5bdf4c23b207" providerId="LiveId" clId="{13A487FE-4893-5F25-A2B5-6BBFE7879D51}" dt="2025-08-26T15:49:50.375" v="7806" actId="1037"/>
          <ac:spMkLst>
            <pc:docMk/>
            <pc:sldMk cId="4195549950" sldId="1177"/>
            <ac:spMk id="4" creationId="{E7C3D418-333F-77CA-FBFF-995C49646434}"/>
          </ac:spMkLst>
        </pc:spChg>
        <pc:spChg chg="add mod">
          <ac:chgData name="Marcel van Oijen" userId="535b5bdf4c23b207" providerId="LiveId" clId="{13A487FE-4893-5F25-A2B5-6BBFE7879D51}" dt="2025-08-26T15:49:50.375" v="7806" actId="1037"/>
          <ac:spMkLst>
            <pc:docMk/>
            <pc:sldMk cId="4195549950" sldId="1177"/>
            <ac:spMk id="5" creationId="{529E78CB-E32D-8CE8-FED7-19E53D76BD08}"/>
          </ac:spMkLst>
        </pc:spChg>
        <pc:spChg chg="add mod">
          <ac:chgData name="Marcel van Oijen" userId="535b5bdf4c23b207" providerId="LiveId" clId="{13A487FE-4893-5F25-A2B5-6BBFE7879D51}" dt="2025-08-26T15:49:50.375" v="7806" actId="1037"/>
          <ac:spMkLst>
            <pc:docMk/>
            <pc:sldMk cId="4195549950" sldId="1177"/>
            <ac:spMk id="6" creationId="{04BDFA9E-803F-158D-E37A-513D161CF30D}"/>
          </ac:spMkLst>
        </pc:spChg>
        <pc:spChg chg="add mod">
          <ac:chgData name="Marcel van Oijen" userId="535b5bdf4c23b207" providerId="LiveId" clId="{13A487FE-4893-5F25-A2B5-6BBFE7879D51}" dt="2025-08-26T15:49:33.385" v="7804" actId="1037"/>
          <ac:spMkLst>
            <pc:docMk/>
            <pc:sldMk cId="4195549950" sldId="1177"/>
            <ac:spMk id="8" creationId="{A0A75AD0-CB4B-4EE2-D0A4-523A724CA76F}"/>
          </ac:spMkLst>
        </pc:spChg>
        <pc:spChg chg="add mod">
          <ac:chgData name="Marcel van Oijen" userId="535b5bdf4c23b207" providerId="LiveId" clId="{13A487FE-4893-5F25-A2B5-6BBFE7879D51}" dt="2025-08-26T15:49:50.375" v="7806" actId="1037"/>
          <ac:spMkLst>
            <pc:docMk/>
            <pc:sldMk cId="4195549950" sldId="1177"/>
            <ac:spMk id="12" creationId="{BC838DC2-BF67-CC84-A00B-713B80E2858A}"/>
          </ac:spMkLst>
        </pc:spChg>
        <pc:spChg chg="add mod">
          <ac:chgData name="Marcel van Oijen" userId="535b5bdf4c23b207" providerId="LiveId" clId="{13A487FE-4893-5F25-A2B5-6BBFE7879D51}" dt="2025-08-26T15:49:50.375" v="7806" actId="1037"/>
          <ac:spMkLst>
            <pc:docMk/>
            <pc:sldMk cId="4195549950" sldId="1177"/>
            <ac:spMk id="13" creationId="{20F18BE0-B2FA-A919-D674-058477B95A6A}"/>
          </ac:spMkLst>
        </pc:spChg>
        <pc:spChg chg="add mod">
          <ac:chgData name="Marcel van Oijen" userId="535b5bdf4c23b207" providerId="LiveId" clId="{13A487FE-4893-5F25-A2B5-6BBFE7879D51}" dt="2025-08-26T15:34:56.987" v="7651" actId="1076"/>
          <ac:spMkLst>
            <pc:docMk/>
            <pc:sldMk cId="4195549950" sldId="1177"/>
            <ac:spMk id="27" creationId="{62035DBB-0FFB-2A22-57AA-392A6C951418}"/>
          </ac:spMkLst>
        </pc:spChg>
        <pc:spChg chg="add mod">
          <ac:chgData name="Marcel van Oijen" userId="535b5bdf4c23b207" providerId="LiveId" clId="{13A487FE-4893-5F25-A2B5-6BBFE7879D51}" dt="2025-08-26T15:35:47.202" v="7661" actId="20577"/>
          <ac:spMkLst>
            <pc:docMk/>
            <pc:sldMk cId="4195549950" sldId="1177"/>
            <ac:spMk id="29" creationId="{06249044-20A6-5591-A9A5-08E264D21A74}"/>
          </ac:spMkLst>
        </pc:spChg>
        <pc:spChg chg="mod">
          <ac:chgData name="Marcel van Oijen" userId="535b5bdf4c23b207" providerId="LiveId" clId="{13A487FE-4893-5F25-A2B5-6BBFE7879D51}" dt="2025-08-26T16:28:38.293" v="8269" actId="1036"/>
          <ac:spMkLst>
            <pc:docMk/>
            <pc:sldMk cId="4195549950" sldId="1177"/>
            <ac:spMk id="51" creationId="{0116B973-5BED-867F-708F-2A6970AB56E6}"/>
          </ac:spMkLst>
        </pc:spChg>
        <pc:spChg chg="mod">
          <ac:chgData name="Marcel van Oijen" userId="535b5bdf4c23b207" providerId="LiveId" clId="{13A487FE-4893-5F25-A2B5-6BBFE7879D51}" dt="2025-08-26T16:28:38.293" v="8269" actId="1036"/>
          <ac:spMkLst>
            <pc:docMk/>
            <pc:sldMk cId="4195549950" sldId="1177"/>
            <ac:spMk id="52" creationId="{3E0BD260-833E-549D-93F6-384FBA215D8F}"/>
          </ac:spMkLst>
        </pc:spChg>
        <pc:spChg chg="mod">
          <ac:chgData name="Marcel van Oijen" userId="535b5bdf4c23b207" providerId="LiveId" clId="{13A487FE-4893-5F25-A2B5-6BBFE7879D51}" dt="2025-08-26T16:28:38.293" v="8269" actId="1036"/>
          <ac:spMkLst>
            <pc:docMk/>
            <pc:sldMk cId="4195549950" sldId="1177"/>
            <ac:spMk id="54" creationId="{C7921B5A-DA92-D54D-EB06-AF28E45768B8}"/>
          </ac:spMkLst>
        </pc:spChg>
        <pc:spChg chg="mod">
          <ac:chgData name="Marcel van Oijen" userId="535b5bdf4c23b207" providerId="LiveId" clId="{13A487FE-4893-5F25-A2B5-6BBFE7879D51}" dt="2025-08-26T16:28:38.293" v="8269" actId="1036"/>
          <ac:spMkLst>
            <pc:docMk/>
            <pc:sldMk cId="4195549950" sldId="1177"/>
            <ac:spMk id="55" creationId="{CA052BB0-2704-EF70-DC3F-12A0A534837C}"/>
          </ac:spMkLst>
        </pc:spChg>
        <pc:spChg chg="mod">
          <ac:chgData name="Marcel van Oijen" userId="535b5bdf4c23b207" providerId="LiveId" clId="{13A487FE-4893-5F25-A2B5-6BBFE7879D51}" dt="2025-08-26T16:28:38.293" v="8269" actId="1036"/>
          <ac:spMkLst>
            <pc:docMk/>
            <pc:sldMk cId="4195549950" sldId="1177"/>
            <ac:spMk id="59" creationId="{3563F97E-AA7F-3D18-DBB7-C367658D7407}"/>
          </ac:spMkLst>
        </pc:spChg>
        <pc:spChg chg="mod">
          <ac:chgData name="Marcel van Oijen" userId="535b5bdf4c23b207" providerId="LiveId" clId="{13A487FE-4893-5F25-A2B5-6BBFE7879D51}" dt="2025-08-26T16:28:38.293" v="8269" actId="1036"/>
          <ac:spMkLst>
            <pc:docMk/>
            <pc:sldMk cId="4195549950" sldId="1177"/>
            <ac:spMk id="60" creationId="{2C974836-CAA6-32B8-E49C-A310977B38DA}"/>
          </ac:spMkLst>
        </pc:spChg>
        <pc:spChg chg="mod">
          <ac:chgData name="Marcel van Oijen" userId="535b5bdf4c23b207" providerId="LiveId" clId="{13A487FE-4893-5F25-A2B5-6BBFE7879D51}" dt="2025-08-26T16:28:38.293" v="8269" actId="1036"/>
          <ac:spMkLst>
            <pc:docMk/>
            <pc:sldMk cId="4195549950" sldId="1177"/>
            <ac:spMk id="63" creationId="{A43DD4C3-272C-3E37-1FFD-4839B5DF56DD}"/>
          </ac:spMkLst>
        </pc:spChg>
        <pc:spChg chg="mod">
          <ac:chgData name="Marcel van Oijen" userId="535b5bdf4c23b207" providerId="LiveId" clId="{13A487FE-4893-5F25-A2B5-6BBFE7879D51}" dt="2025-08-26T16:28:38.293" v="8269" actId="1036"/>
          <ac:spMkLst>
            <pc:docMk/>
            <pc:sldMk cId="4195549950" sldId="1177"/>
            <ac:spMk id="18432" creationId="{8D564821-7A8F-3152-4BCB-EA74AC67F8B4}"/>
          </ac:spMkLst>
        </pc:spChg>
        <pc:grpChg chg="add">
          <ac:chgData name="Marcel van Oijen" userId="535b5bdf4c23b207" providerId="LiveId" clId="{13A487FE-4893-5F25-A2B5-6BBFE7879D51}" dt="2025-08-26T16:21:08.295" v="8102" actId="164"/>
          <ac:grpSpMkLst>
            <pc:docMk/>
            <pc:sldMk cId="4195549950" sldId="1177"/>
            <ac:grpSpMk id="30" creationId="{2E3717D0-E76C-3D7C-5F95-09DDDCE2FE17}"/>
          </ac:grpSpMkLst>
        </pc:grpChg>
        <pc:grpChg chg="add mod">
          <ac:chgData name="Marcel van Oijen" userId="535b5bdf4c23b207" providerId="LiveId" clId="{13A487FE-4893-5F25-A2B5-6BBFE7879D51}" dt="2025-08-26T16:28:38.293" v="8269" actId="1036"/>
          <ac:grpSpMkLst>
            <pc:docMk/>
            <pc:sldMk cId="4195549950" sldId="1177"/>
            <ac:grpSpMk id="31" creationId="{43F2B22A-3908-2D60-E170-01FEC809433C}"/>
          </ac:grpSpMkLst>
        </pc:grpChg>
        <pc:grpChg chg="add mod">
          <ac:chgData name="Marcel van Oijen" userId="535b5bdf4c23b207" providerId="LiveId" clId="{13A487FE-4893-5F25-A2B5-6BBFE7879D51}" dt="2025-08-26T16:28:38.293" v="8269" actId="1036"/>
          <ac:grpSpMkLst>
            <pc:docMk/>
            <pc:sldMk cId="4195549950" sldId="1177"/>
            <ac:grpSpMk id="33" creationId="{7FDAFB70-6BC2-728B-1E23-2126F6F29013}"/>
          </ac:grpSpMkLst>
        </pc:grpChg>
        <pc:cxnChg chg="mod">
          <ac:chgData name="Marcel van Oijen" userId="535b5bdf4c23b207" providerId="LiveId" clId="{13A487FE-4893-5F25-A2B5-6BBFE7879D51}" dt="2025-08-26T15:32:47.601" v="7567" actId="1038"/>
          <ac:cxnSpMkLst>
            <pc:docMk/>
            <pc:sldMk cId="4195549950" sldId="1177"/>
            <ac:cxnSpMk id="53" creationId="{AB53EAE1-154E-E7E1-CE6F-41380D82B599}"/>
          </ac:cxnSpMkLst>
        </pc:cxnChg>
        <pc:cxnChg chg="mod">
          <ac:chgData name="Marcel van Oijen" userId="535b5bdf4c23b207" providerId="LiveId" clId="{13A487FE-4893-5F25-A2B5-6BBFE7879D51}" dt="2025-08-26T15:32:47.601" v="7567" actId="1038"/>
          <ac:cxnSpMkLst>
            <pc:docMk/>
            <pc:sldMk cId="4195549950" sldId="1177"/>
            <ac:cxnSpMk id="56" creationId="{BE69019B-6BBE-D500-4636-F763918C2EB3}"/>
          </ac:cxnSpMkLst>
        </pc:cxnChg>
        <pc:cxnChg chg="mod">
          <ac:chgData name="Marcel van Oijen" userId="535b5bdf4c23b207" providerId="LiveId" clId="{13A487FE-4893-5F25-A2B5-6BBFE7879D51}" dt="2025-08-26T15:32:47.601" v="7567" actId="1038"/>
          <ac:cxnSpMkLst>
            <pc:docMk/>
            <pc:sldMk cId="4195549950" sldId="1177"/>
            <ac:cxnSpMk id="57" creationId="{E0C581DD-ACAA-9B6B-ECD7-EA8CB9E10A9F}"/>
          </ac:cxnSpMkLst>
        </pc:cxnChg>
        <pc:cxnChg chg="mod">
          <ac:chgData name="Marcel van Oijen" userId="535b5bdf4c23b207" providerId="LiveId" clId="{13A487FE-4893-5F25-A2B5-6BBFE7879D51}" dt="2025-08-26T15:28:27.948" v="7338" actId="1038"/>
          <ac:cxnSpMkLst>
            <pc:docMk/>
            <pc:sldMk cId="4195549950" sldId="1177"/>
            <ac:cxnSpMk id="58" creationId="{72B49B61-722D-C303-01F8-D5880F761E84}"/>
          </ac:cxnSpMkLst>
        </pc:cxnChg>
        <pc:cxnChg chg="mod">
          <ac:chgData name="Marcel van Oijen" userId="535b5bdf4c23b207" providerId="LiveId" clId="{13A487FE-4893-5F25-A2B5-6BBFE7879D51}" dt="2025-08-26T15:32:47.601" v="7567" actId="1038"/>
          <ac:cxnSpMkLst>
            <pc:docMk/>
            <pc:sldMk cId="4195549950" sldId="1177"/>
            <ac:cxnSpMk id="61" creationId="{60B4AFBF-73B0-E5B1-5FDE-EAFE37D67BE7}"/>
          </ac:cxnSpMkLst>
        </pc:cxnChg>
        <pc:cxnChg chg="mod">
          <ac:chgData name="Marcel van Oijen" userId="535b5bdf4c23b207" providerId="LiveId" clId="{13A487FE-4893-5F25-A2B5-6BBFE7879D51}" dt="2025-08-26T15:30:15.404" v="7422" actId="1038"/>
          <ac:cxnSpMkLst>
            <pc:docMk/>
            <pc:sldMk cId="4195549950" sldId="1177"/>
            <ac:cxnSpMk id="62" creationId="{55C12778-AE0F-BAC6-E441-36979C0DE7AB}"/>
          </ac:cxnSpMkLst>
        </pc:cxnChg>
        <pc:cxnChg chg="mod">
          <ac:chgData name="Marcel van Oijen" userId="535b5bdf4c23b207" providerId="LiveId" clId="{13A487FE-4893-5F25-A2B5-6BBFE7879D51}" dt="2025-08-26T15:32:47.601" v="7567" actId="1038"/>
          <ac:cxnSpMkLst>
            <pc:docMk/>
            <pc:sldMk cId="4195549950" sldId="1177"/>
            <ac:cxnSpMk id="18433" creationId="{8DB78AEE-FB50-2FFA-A528-B3141F781C29}"/>
          </ac:cxnSpMkLst>
        </pc:cxnChg>
        <pc:cxnChg chg="mod">
          <ac:chgData name="Marcel van Oijen" userId="535b5bdf4c23b207" providerId="LiveId" clId="{13A487FE-4893-5F25-A2B5-6BBFE7879D51}" dt="2025-08-26T15:32:47.601" v="7567" actId="1038"/>
          <ac:cxnSpMkLst>
            <pc:docMk/>
            <pc:sldMk cId="4195549950" sldId="1177"/>
            <ac:cxnSpMk id="18437" creationId="{6D590F74-3307-2757-6520-B6AB10685E6D}"/>
          </ac:cxnSpMkLst>
        </pc:cxnChg>
      </pc:sldChg>
      <pc:sldChg chg="addSp delSp modSp add mod delAnim modAnim">
        <pc:chgData name="Marcel van Oijen" userId="535b5bdf4c23b207" providerId="LiveId" clId="{13A487FE-4893-5F25-A2B5-6BBFE7879D51}" dt="2025-08-26T16:31:09.969" v="8273"/>
        <pc:sldMkLst>
          <pc:docMk/>
          <pc:sldMk cId="1456993940" sldId="1178"/>
        </pc:sldMkLst>
        <pc:spChg chg="mod">
          <ac:chgData name="Marcel van Oijen" userId="535b5bdf4c23b207" providerId="LiveId" clId="{13A487FE-4893-5F25-A2B5-6BBFE7879D51}" dt="2025-08-26T16:27:48.545" v="8237" actId="1036"/>
          <ac:spMkLst>
            <pc:docMk/>
            <pc:sldMk cId="1456993940" sldId="1178"/>
            <ac:spMk id="2" creationId="{B59AE20A-8E77-B1F4-1CCA-D0BAB1291CF9}"/>
          </ac:spMkLst>
        </pc:spChg>
        <pc:spChg chg="add mod">
          <ac:chgData name="Marcel van Oijen" userId="535b5bdf4c23b207" providerId="LiveId" clId="{13A487FE-4893-5F25-A2B5-6BBFE7879D51}" dt="2025-08-26T16:28:23.699" v="8262" actId="1036"/>
          <ac:spMkLst>
            <pc:docMk/>
            <pc:sldMk cId="1456993940" sldId="1178"/>
            <ac:spMk id="3" creationId="{9AD43686-F89C-0A16-8CFF-03335675FA51}"/>
          </ac:spMkLst>
        </pc:spChg>
        <pc:spChg chg="add mod">
          <ac:chgData name="Marcel van Oijen" userId="535b5bdf4c23b207" providerId="LiveId" clId="{13A487FE-4893-5F25-A2B5-6BBFE7879D51}" dt="2025-08-26T16:27:48.545" v="8237" actId="1036"/>
          <ac:spMkLst>
            <pc:docMk/>
            <pc:sldMk cId="1456993940" sldId="1178"/>
            <ac:spMk id="7" creationId="{20F9C961-C5BB-63CD-2B1D-D15DCBB268E4}"/>
          </ac:spMkLst>
        </pc:spChg>
        <pc:spChg chg="add mod">
          <ac:chgData name="Marcel van Oijen" userId="535b5bdf4c23b207" providerId="LiveId" clId="{13A487FE-4893-5F25-A2B5-6BBFE7879D51}" dt="2025-08-26T16:28:23.699" v="8262" actId="1036"/>
          <ac:spMkLst>
            <pc:docMk/>
            <pc:sldMk cId="1456993940" sldId="1178"/>
            <ac:spMk id="9" creationId="{C417BAB8-AFBD-1BEC-5826-0A4CDE5F8CEF}"/>
          </ac:spMkLst>
        </pc:spChg>
        <pc:spChg chg="add mod">
          <ac:chgData name="Marcel van Oijen" userId="535b5bdf4c23b207" providerId="LiveId" clId="{13A487FE-4893-5F25-A2B5-6BBFE7879D51}" dt="2025-08-26T15:48:25.642" v="7736" actId="1076"/>
          <ac:spMkLst>
            <pc:docMk/>
            <pc:sldMk cId="1456993940" sldId="1178"/>
            <ac:spMk id="10" creationId="{9F6EF9A4-8F7B-BC21-B6BC-0AA407F6B815}"/>
          </ac:spMkLst>
        </pc:spChg>
        <pc:spChg chg="add mod">
          <ac:chgData name="Marcel van Oijen" userId="535b5bdf4c23b207" providerId="LiveId" clId="{13A487FE-4893-5F25-A2B5-6BBFE7879D51}" dt="2025-08-26T15:57:38.572" v="7936" actId="1037"/>
          <ac:spMkLst>
            <pc:docMk/>
            <pc:sldMk cId="1456993940" sldId="1178"/>
            <ac:spMk id="11" creationId="{5CBFD4BA-4B5E-D5BB-E087-8DFC3490EA90}"/>
          </ac:spMkLst>
        </pc:spChg>
        <pc:spChg chg="mod">
          <ac:chgData name="Marcel van Oijen" userId="535b5bdf4c23b207" providerId="LiveId" clId="{13A487FE-4893-5F25-A2B5-6BBFE7879D51}" dt="2025-08-26T15:48:57.067" v="7737"/>
          <ac:spMkLst>
            <pc:docMk/>
            <pc:sldMk cId="1456993940" sldId="1178"/>
            <ac:spMk id="15" creationId="{EE578BF7-538E-5591-6886-1FB976174C62}"/>
          </ac:spMkLst>
        </pc:spChg>
        <pc:spChg chg="mod">
          <ac:chgData name="Marcel van Oijen" userId="535b5bdf4c23b207" providerId="LiveId" clId="{13A487FE-4893-5F25-A2B5-6BBFE7879D51}" dt="2025-08-26T16:01:58.915" v="7963" actId="20577"/>
          <ac:spMkLst>
            <pc:docMk/>
            <pc:sldMk cId="1456993940" sldId="1178"/>
            <ac:spMk id="16" creationId="{FF891EB1-DB38-79BE-DE56-FA73D98477AA}"/>
          </ac:spMkLst>
        </pc:spChg>
        <pc:spChg chg="mod">
          <ac:chgData name="Marcel van Oijen" userId="535b5bdf4c23b207" providerId="LiveId" clId="{13A487FE-4893-5F25-A2B5-6BBFE7879D51}" dt="2025-08-26T15:48:57.067" v="7737"/>
          <ac:spMkLst>
            <pc:docMk/>
            <pc:sldMk cId="1456993940" sldId="1178"/>
            <ac:spMk id="18" creationId="{7521EE32-1731-B78A-B4A8-B8781A85BB05}"/>
          </ac:spMkLst>
        </pc:spChg>
        <pc:spChg chg="mod">
          <ac:chgData name="Marcel van Oijen" userId="535b5bdf4c23b207" providerId="LiveId" clId="{13A487FE-4893-5F25-A2B5-6BBFE7879D51}" dt="2025-08-26T15:48:57.067" v="7737"/>
          <ac:spMkLst>
            <pc:docMk/>
            <pc:sldMk cId="1456993940" sldId="1178"/>
            <ac:spMk id="21" creationId="{A3D34A36-4EF2-3F1B-0A57-3F48AED5DAA7}"/>
          </ac:spMkLst>
        </pc:spChg>
        <pc:spChg chg="mod">
          <ac:chgData name="Marcel van Oijen" userId="535b5bdf4c23b207" providerId="LiveId" clId="{13A487FE-4893-5F25-A2B5-6BBFE7879D51}" dt="2025-08-26T15:48:57.067" v="7737"/>
          <ac:spMkLst>
            <pc:docMk/>
            <pc:sldMk cId="1456993940" sldId="1178"/>
            <ac:spMk id="22" creationId="{01B845DA-F310-750A-D60A-8BF61AB9218E}"/>
          </ac:spMkLst>
        </pc:spChg>
        <pc:spChg chg="mod">
          <ac:chgData name="Marcel van Oijen" userId="535b5bdf4c23b207" providerId="LiveId" clId="{13A487FE-4893-5F25-A2B5-6BBFE7879D51}" dt="2025-08-26T15:48:57.067" v="7737"/>
          <ac:spMkLst>
            <pc:docMk/>
            <pc:sldMk cId="1456993940" sldId="1178"/>
            <ac:spMk id="23" creationId="{48B79CF5-523E-B63B-F71C-A808449280C4}"/>
          </ac:spMkLst>
        </pc:spChg>
        <pc:spChg chg="mod">
          <ac:chgData name="Marcel van Oijen" userId="535b5bdf4c23b207" providerId="LiveId" clId="{13A487FE-4893-5F25-A2B5-6BBFE7879D51}" dt="2025-08-26T15:48:57.067" v="7737"/>
          <ac:spMkLst>
            <pc:docMk/>
            <pc:sldMk cId="1456993940" sldId="1178"/>
            <ac:spMk id="24" creationId="{E0018348-F2F5-1320-72DE-2E84F245534C}"/>
          </ac:spMkLst>
        </pc:spChg>
        <pc:spChg chg="mod">
          <ac:chgData name="Marcel van Oijen" userId="535b5bdf4c23b207" providerId="LiveId" clId="{13A487FE-4893-5F25-A2B5-6BBFE7879D51}" dt="2025-08-26T15:48:57.067" v="7737"/>
          <ac:spMkLst>
            <pc:docMk/>
            <pc:sldMk cId="1456993940" sldId="1178"/>
            <ac:spMk id="25" creationId="{09E14B6A-316D-8865-477C-A9A81046F9A7}"/>
          </ac:spMkLst>
        </pc:spChg>
        <pc:spChg chg="mod">
          <ac:chgData name="Marcel van Oijen" userId="535b5bdf4c23b207" providerId="LiveId" clId="{13A487FE-4893-5F25-A2B5-6BBFE7879D51}" dt="2025-08-26T15:48:57.067" v="7737"/>
          <ac:spMkLst>
            <pc:docMk/>
            <pc:sldMk cId="1456993940" sldId="1178"/>
            <ac:spMk id="26" creationId="{D61C158D-693B-1103-5E69-0B9AA0EB1B58}"/>
          </ac:spMkLst>
        </pc:spChg>
        <pc:spChg chg="add mod">
          <ac:chgData name="Marcel van Oijen" userId="535b5bdf4c23b207" providerId="LiveId" clId="{13A487FE-4893-5F25-A2B5-6BBFE7879D51}" dt="2025-08-26T15:57:50.358" v="7940" actId="1076"/>
          <ac:spMkLst>
            <pc:docMk/>
            <pc:sldMk cId="1456993940" sldId="1178"/>
            <ac:spMk id="33" creationId="{06B49F86-9681-CBA2-2CCF-F76D9486E94F}"/>
          </ac:spMkLst>
        </pc:spChg>
        <pc:spChg chg="add mod">
          <ac:chgData name="Marcel van Oijen" userId="535b5bdf4c23b207" providerId="LiveId" clId="{13A487FE-4893-5F25-A2B5-6BBFE7879D51}" dt="2025-08-26T15:58:07.686" v="7961" actId="1036"/>
          <ac:spMkLst>
            <pc:docMk/>
            <pc:sldMk cId="1456993940" sldId="1178"/>
            <ac:spMk id="34" creationId="{9C1A28D5-3E16-B939-3839-AB0216D2D770}"/>
          </ac:spMkLst>
        </pc:spChg>
        <pc:spChg chg="add mod">
          <ac:chgData name="Marcel van Oijen" userId="535b5bdf4c23b207" providerId="LiveId" clId="{13A487FE-4893-5F25-A2B5-6BBFE7879D51}" dt="2025-08-26T16:28:04.215" v="8255" actId="1035"/>
          <ac:spMkLst>
            <pc:docMk/>
            <pc:sldMk cId="1456993940" sldId="1178"/>
            <ac:spMk id="36" creationId="{E876B2E4-92D3-7D3F-07CE-4FCF587CB685}"/>
          </ac:spMkLst>
        </pc:spChg>
        <pc:spChg chg="add mod">
          <ac:chgData name="Marcel van Oijen" userId="535b5bdf4c23b207" providerId="LiveId" clId="{13A487FE-4893-5F25-A2B5-6BBFE7879D51}" dt="2025-08-26T16:26:55.814" v="8207" actId="20577"/>
          <ac:spMkLst>
            <pc:docMk/>
            <pc:sldMk cId="1456993940" sldId="1178"/>
            <ac:spMk id="37" creationId="{24C69ABF-D5EE-2451-F1AD-8D5F19F22D92}"/>
          </ac:spMkLst>
        </pc:spChg>
        <pc:spChg chg="add mod">
          <ac:chgData name="Marcel van Oijen" userId="535b5bdf4c23b207" providerId="LiveId" clId="{13A487FE-4893-5F25-A2B5-6BBFE7879D51}" dt="2025-08-26T16:28:23.699" v="8262" actId="1036"/>
          <ac:spMkLst>
            <pc:docMk/>
            <pc:sldMk cId="1456993940" sldId="1178"/>
            <ac:spMk id="38" creationId="{8362D381-3E36-6CD1-0493-43DD48D7FA51}"/>
          </ac:spMkLst>
        </pc:spChg>
        <pc:spChg chg="add mod">
          <ac:chgData name="Marcel van Oijen" userId="535b5bdf4c23b207" providerId="LiveId" clId="{13A487FE-4893-5F25-A2B5-6BBFE7879D51}" dt="2025-08-26T16:27:48.545" v="8237" actId="1036"/>
          <ac:spMkLst>
            <pc:docMk/>
            <pc:sldMk cId="1456993940" sldId="1178"/>
            <ac:spMk id="39" creationId="{E3A2569C-91B0-DE69-3348-066BFB43DE46}"/>
          </ac:spMkLst>
        </pc:spChg>
        <pc:spChg chg="add mod">
          <ac:chgData name="Marcel van Oijen" userId="535b5bdf4c23b207" providerId="LiveId" clId="{13A487FE-4893-5F25-A2B5-6BBFE7879D51}" dt="2025-08-26T16:27:48.545" v="8237" actId="1036"/>
          <ac:spMkLst>
            <pc:docMk/>
            <pc:sldMk cId="1456993940" sldId="1178"/>
            <ac:spMk id="40" creationId="{49983A1E-B2C2-5CA5-5090-0B3D3544A7D0}"/>
          </ac:spMkLst>
        </pc:spChg>
        <pc:spChg chg="mod">
          <ac:chgData name="Marcel van Oijen" userId="535b5bdf4c23b207" providerId="LiveId" clId="{13A487FE-4893-5F25-A2B5-6BBFE7879D51}" dt="2025-08-26T16:28:23.699" v="8262" actId="1036"/>
          <ac:spMkLst>
            <pc:docMk/>
            <pc:sldMk cId="1456993940" sldId="1178"/>
            <ac:spMk id="51" creationId="{82429AE4-5E85-1716-8AAD-C92E8E088CA2}"/>
          </ac:spMkLst>
        </pc:spChg>
        <pc:spChg chg="mod">
          <ac:chgData name="Marcel van Oijen" userId="535b5bdf4c23b207" providerId="LiveId" clId="{13A487FE-4893-5F25-A2B5-6BBFE7879D51}" dt="2025-08-26T16:28:23.699" v="8262" actId="1036"/>
          <ac:spMkLst>
            <pc:docMk/>
            <pc:sldMk cId="1456993940" sldId="1178"/>
            <ac:spMk id="52" creationId="{8BBF3F53-9C2E-03F2-76C7-B8F0BB398561}"/>
          </ac:spMkLst>
        </pc:spChg>
        <pc:spChg chg="mod">
          <ac:chgData name="Marcel van Oijen" userId="535b5bdf4c23b207" providerId="LiveId" clId="{13A487FE-4893-5F25-A2B5-6BBFE7879D51}" dt="2025-08-26T16:28:23.699" v="8262" actId="1036"/>
          <ac:spMkLst>
            <pc:docMk/>
            <pc:sldMk cId="1456993940" sldId="1178"/>
            <ac:spMk id="54" creationId="{D108DEC2-C7A4-B4CB-4DE7-63D59645EA95}"/>
          </ac:spMkLst>
        </pc:spChg>
        <pc:spChg chg="mod">
          <ac:chgData name="Marcel van Oijen" userId="535b5bdf4c23b207" providerId="LiveId" clId="{13A487FE-4893-5F25-A2B5-6BBFE7879D51}" dt="2025-08-26T16:28:23.699" v="8262" actId="1036"/>
          <ac:spMkLst>
            <pc:docMk/>
            <pc:sldMk cId="1456993940" sldId="1178"/>
            <ac:spMk id="55" creationId="{154D7199-C665-19E3-5278-582EBBD48E67}"/>
          </ac:spMkLst>
        </pc:spChg>
        <pc:spChg chg="mod">
          <ac:chgData name="Marcel van Oijen" userId="535b5bdf4c23b207" providerId="LiveId" clId="{13A487FE-4893-5F25-A2B5-6BBFE7879D51}" dt="2025-08-26T16:28:23.699" v="8262" actId="1036"/>
          <ac:spMkLst>
            <pc:docMk/>
            <pc:sldMk cId="1456993940" sldId="1178"/>
            <ac:spMk id="59" creationId="{1767C35D-7FE7-CF46-5228-17AB9D7B4E7D}"/>
          </ac:spMkLst>
        </pc:spChg>
        <pc:spChg chg="mod">
          <ac:chgData name="Marcel van Oijen" userId="535b5bdf4c23b207" providerId="LiveId" clId="{13A487FE-4893-5F25-A2B5-6BBFE7879D51}" dt="2025-08-26T15:49:22.125" v="7776" actId="1037"/>
          <ac:spMkLst>
            <pc:docMk/>
            <pc:sldMk cId="1456993940" sldId="1178"/>
            <ac:spMk id="60" creationId="{2E458CC4-235B-B6C4-406C-CE23BDCE80DA}"/>
          </ac:spMkLst>
        </pc:spChg>
        <pc:spChg chg="mod">
          <ac:chgData name="Marcel van Oijen" userId="535b5bdf4c23b207" providerId="LiveId" clId="{13A487FE-4893-5F25-A2B5-6BBFE7879D51}" dt="2025-08-26T16:28:23.699" v="8262" actId="1036"/>
          <ac:spMkLst>
            <pc:docMk/>
            <pc:sldMk cId="1456993940" sldId="1178"/>
            <ac:spMk id="63" creationId="{235E151A-E3F7-8289-C575-A8CE55D0183C}"/>
          </ac:spMkLst>
        </pc:spChg>
        <pc:spChg chg="mod">
          <ac:chgData name="Marcel van Oijen" userId="535b5bdf4c23b207" providerId="LiveId" clId="{13A487FE-4893-5F25-A2B5-6BBFE7879D51}" dt="2025-08-26T16:28:23.699" v="8262" actId="1036"/>
          <ac:spMkLst>
            <pc:docMk/>
            <pc:sldMk cId="1456993940" sldId="1178"/>
            <ac:spMk id="18432" creationId="{CC271FA6-4E81-BEC6-0315-485B98740DD6}"/>
          </ac:spMkLst>
        </pc:spChg>
        <pc:grpChg chg="add mod">
          <ac:chgData name="Marcel van Oijen" userId="535b5bdf4c23b207" providerId="LiveId" clId="{13A487FE-4893-5F25-A2B5-6BBFE7879D51}" dt="2025-08-26T15:48:57.067" v="7737"/>
          <ac:grpSpMkLst>
            <pc:docMk/>
            <pc:sldMk cId="1456993940" sldId="1178"/>
            <ac:grpSpMk id="14" creationId="{EF79B466-FA1F-DA84-FA09-9F4ED345C045}"/>
          </ac:grpSpMkLst>
        </pc:grpChg>
        <pc:grpChg chg="add">
          <ac:chgData name="Marcel van Oijen" userId="535b5bdf4c23b207" providerId="LiveId" clId="{13A487FE-4893-5F25-A2B5-6BBFE7879D51}" dt="2025-08-26T16:18:06.227" v="8093" actId="164"/>
          <ac:grpSpMkLst>
            <pc:docMk/>
            <pc:sldMk cId="1456993940" sldId="1178"/>
            <ac:grpSpMk id="35" creationId="{89C2D3A7-7654-5891-E9FF-934D73A1DD8D}"/>
          </ac:grpSpMkLst>
        </pc:grpChg>
        <pc:grpChg chg="add">
          <ac:chgData name="Marcel van Oijen" userId="535b5bdf4c23b207" providerId="LiveId" clId="{13A487FE-4893-5F25-A2B5-6BBFE7879D51}" dt="2025-08-26T16:29:38.217" v="8271" actId="164"/>
          <ac:grpSpMkLst>
            <pc:docMk/>
            <pc:sldMk cId="1456993940" sldId="1178"/>
            <ac:grpSpMk id="41" creationId="{E569D356-0430-3860-916A-F7E5B7AF49B4}"/>
          </ac:grpSpMkLst>
        </pc:grpChg>
      </pc:sldChg>
      <pc:sldChg chg="addSp modSp new mod">
        <pc:chgData name="Marcel van Oijen" userId="535b5bdf4c23b207" providerId="LiveId" clId="{13A487FE-4893-5F25-A2B5-6BBFE7879D51}" dt="2025-08-26T16:22:47.798" v="8111" actId="20577"/>
        <pc:sldMkLst>
          <pc:docMk/>
          <pc:sldMk cId="1410660937" sldId="1179"/>
        </pc:sldMkLst>
        <pc:spChg chg="mod">
          <ac:chgData name="Marcel van Oijen" userId="535b5bdf4c23b207" providerId="LiveId" clId="{13A487FE-4893-5F25-A2B5-6BBFE7879D51}" dt="2025-08-26T16:13:19.149" v="8034" actId="20577"/>
          <ac:spMkLst>
            <pc:docMk/>
            <pc:sldMk cId="1410660937" sldId="1179"/>
            <ac:spMk id="2" creationId="{D8B38CB9-EC3B-1236-76A1-EAE6B7E8C072}"/>
          </ac:spMkLst>
        </pc:spChg>
        <pc:spChg chg="add mod">
          <ac:chgData name="Marcel van Oijen" userId="535b5bdf4c23b207" providerId="LiveId" clId="{13A487FE-4893-5F25-A2B5-6BBFE7879D51}" dt="2025-08-26T16:22:47.798" v="8111" actId="20577"/>
          <ac:spMkLst>
            <pc:docMk/>
            <pc:sldMk cId="1410660937" sldId="1179"/>
            <ac:spMk id="4" creationId="{18A64471-5583-1DDB-E7EA-13B4A36DB957}"/>
          </ac:spMkLst>
        </pc:spChg>
        <pc:picChg chg="add mod">
          <ac:chgData name="Marcel van Oijen" userId="535b5bdf4c23b207" providerId="LiveId" clId="{13A487FE-4893-5F25-A2B5-6BBFE7879D51}" dt="2025-08-26T16:07:36.543" v="7965"/>
          <ac:picMkLst>
            <pc:docMk/>
            <pc:sldMk cId="1410660937" sldId="1179"/>
            <ac:picMk id="3" creationId="{EBC2D103-46F5-B1E5-76BB-FED5C7CAC39F}"/>
          </ac:picMkLst>
        </pc:picChg>
      </pc:sldChg>
      <pc:sldChg chg="addSp delSp modSp new mod ord">
        <pc:chgData name="Marcel van Oijen" userId="535b5bdf4c23b207" providerId="LiveId" clId="{13A487FE-4893-5F25-A2B5-6BBFE7879D51}" dt="2025-09-02T15:03:01.403" v="8754" actId="1036"/>
        <pc:sldMkLst>
          <pc:docMk/>
          <pc:sldMk cId="3307204021" sldId="1180"/>
        </pc:sldMkLst>
        <pc:spChg chg="mod">
          <ac:chgData name="Marcel van Oijen" userId="535b5bdf4c23b207" providerId="LiveId" clId="{13A487FE-4893-5F25-A2B5-6BBFE7879D51}" dt="2025-09-02T14:23:23.119" v="8625" actId="20577"/>
          <ac:spMkLst>
            <pc:docMk/>
            <pc:sldMk cId="3307204021" sldId="1180"/>
            <ac:spMk id="2" creationId="{C90E3CB8-6EFE-F1C2-33EB-965CECCBC266}"/>
          </ac:spMkLst>
        </pc:spChg>
        <pc:spChg chg="add del mod">
          <ac:chgData name="Marcel van Oijen" userId="535b5bdf4c23b207" providerId="LiveId" clId="{13A487FE-4893-5F25-A2B5-6BBFE7879D51}" dt="2025-09-02T14:57:20.572" v="8690" actId="478"/>
          <ac:spMkLst>
            <pc:docMk/>
            <pc:sldMk cId="3307204021" sldId="1180"/>
            <ac:spMk id="13" creationId="{B69A8676-76F9-5A4E-D398-7263E7F0FCBA}"/>
          </ac:spMkLst>
        </pc:spChg>
        <pc:spChg chg="add mod">
          <ac:chgData name="Marcel van Oijen" userId="535b5bdf4c23b207" providerId="LiveId" clId="{13A487FE-4893-5F25-A2B5-6BBFE7879D51}" dt="2025-09-02T15:03:01.403" v="8754" actId="1036"/>
          <ac:spMkLst>
            <pc:docMk/>
            <pc:sldMk cId="3307204021" sldId="1180"/>
            <ac:spMk id="14" creationId="{8E1AC1A7-CC30-5712-74B8-0F9DBF89D12B}"/>
          </ac:spMkLst>
        </pc:spChg>
        <pc:spChg chg="add mod">
          <ac:chgData name="Marcel van Oijen" userId="535b5bdf4c23b207" providerId="LiveId" clId="{13A487FE-4893-5F25-A2B5-6BBFE7879D51}" dt="2025-09-02T15:03:01.403" v="8754" actId="1036"/>
          <ac:spMkLst>
            <pc:docMk/>
            <pc:sldMk cId="3307204021" sldId="1180"/>
            <ac:spMk id="15" creationId="{04A64A8C-0D94-EA9A-BB60-C1C740031539}"/>
          </ac:spMkLst>
        </pc:spChg>
        <pc:picChg chg="add mod">
          <ac:chgData name="Marcel van Oijen" userId="535b5bdf4c23b207" providerId="LiveId" clId="{13A487FE-4893-5F25-A2B5-6BBFE7879D51}" dt="2025-09-02T15:03:01.403" v="8754" actId="1036"/>
          <ac:picMkLst>
            <pc:docMk/>
            <pc:sldMk cId="3307204021" sldId="1180"/>
            <ac:picMk id="3" creationId="{DDE68767-3754-4E61-FB8B-0209ACCA82C2}"/>
          </ac:picMkLst>
        </pc:picChg>
        <pc:picChg chg="add del mod">
          <ac:chgData name="Marcel van Oijen" userId="535b5bdf4c23b207" providerId="LiveId" clId="{13A487FE-4893-5F25-A2B5-6BBFE7879D51}" dt="2025-09-02T14:23:26.170" v="8626" actId="478"/>
          <ac:picMkLst>
            <pc:docMk/>
            <pc:sldMk cId="3307204021" sldId="1180"/>
            <ac:picMk id="4" creationId="{E7C99104-3681-A514-12DB-6DC2A721BAD1}"/>
          </ac:picMkLst>
        </pc:picChg>
        <pc:picChg chg="add del mod">
          <ac:chgData name="Marcel van Oijen" userId="535b5bdf4c23b207" providerId="LiveId" clId="{13A487FE-4893-5F25-A2B5-6BBFE7879D51}" dt="2025-09-02T14:23:27.708" v="8627" actId="478"/>
          <ac:picMkLst>
            <pc:docMk/>
            <pc:sldMk cId="3307204021" sldId="1180"/>
            <ac:picMk id="5" creationId="{420D6A3C-3ABE-9B14-4A45-F14E6B5E03F3}"/>
          </ac:picMkLst>
        </pc:picChg>
        <pc:picChg chg="add del mod">
          <ac:chgData name="Marcel van Oijen" userId="535b5bdf4c23b207" providerId="LiveId" clId="{13A487FE-4893-5F25-A2B5-6BBFE7879D51}" dt="2025-09-02T14:43:50.954" v="8634" actId="478"/>
          <ac:picMkLst>
            <pc:docMk/>
            <pc:sldMk cId="3307204021" sldId="1180"/>
            <ac:picMk id="6" creationId="{6E778A60-B9D4-C816-0DA7-F8A1CB0A92BE}"/>
          </ac:picMkLst>
        </pc:picChg>
        <pc:picChg chg="add del mod">
          <ac:chgData name="Marcel van Oijen" userId="535b5bdf4c23b207" providerId="LiveId" clId="{13A487FE-4893-5F25-A2B5-6BBFE7879D51}" dt="2025-09-02T14:53:14.388" v="8668" actId="478"/>
          <ac:picMkLst>
            <pc:docMk/>
            <pc:sldMk cId="3307204021" sldId="1180"/>
            <ac:picMk id="7" creationId="{4F18E37A-8876-FDAA-1416-25A284E4C4F7}"/>
          </ac:picMkLst>
        </pc:picChg>
        <pc:picChg chg="add mod">
          <ac:chgData name="Marcel van Oijen" userId="535b5bdf4c23b207" providerId="LiveId" clId="{13A487FE-4893-5F25-A2B5-6BBFE7879D51}" dt="2025-09-02T15:03:01.403" v="8754" actId="1036"/>
          <ac:picMkLst>
            <pc:docMk/>
            <pc:sldMk cId="3307204021" sldId="1180"/>
            <ac:picMk id="8" creationId="{C606DD57-E355-056C-903C-BD6D6526F72A}"/>
          </ac:picMkLst>
        </pc:picChg>
        <pc:picChg chg="add del mod">
          <ac:chgData name="Marcel van Oijen" userId="535b5bdf4c23b207" providerId="LiveId" clId="{13A487FE-4893-5F25-A2B5-6BBFE7879D51}" dt="2025-09-02T14:47:53.028" v="8658" actId="478"/>
          <ac:picMkLst>
            <pc:docMk/>
            <pc:sldMk cId="3307204021" sldId="1180"/>
            <ac:picMk id="9" creationId="{9E49C9FD-F7CC-9BD3-A566-23020729531F}"/>
          </ac:picMkLst>
        </pc:picChg>
        <pc:picChg chg="add del mod">
          <ac:chgData name="Marcel van Oijen" userId="535b5bdf4c23b207" providerId="LiveId" clId="{13A487FE-4893-5F25-A2B5-6BBFE7879D51}" dt="2025-09-02T14:53:11.823" v="8667" actId="478"/>
          <ac:picMkLst>
            <pc:docMk/>
            <pc:sldMk cId="3307204021" sldId="1180"/>
            <ac:picMk id="10" creationId="{52426AD7-16CC-835D-A292-673652C10CA6}"/>
          </ac:picMkLst>
        </pc:picChg>
        <pc:picChg chg="add del mod">
          <ac:chgData name="Marcel van Oijen" userId="535b5bdf4c23b207" providerId="LiveId" clId="{13A487FE-4893-5F25-A2B5-6BBFE7879D51}" dt="2025-09-02T14:53:16.323" v="8669" actId="478"/>
          <ac:picMkLst>
            <pc:docMk/>
            <pc:sldMk cId="3307204021" sldId="1180"/>
            <ac:picMk id="11" creationId="{4931FBB6-126E-FD46-8E05-C02D9B1EC781}"/>
          </ac:picMkLst>
        </pc:picChg>
        <pc:picChg chg="add del mod">
          <ac:chgData name="Marcel van Oijen" userId="535b5bdf4c23b207" providerId="LiveId" clId="{13A487FE-4893-5F25-A2B5-6BBFE7879D51}" dt="2025-09-02T15:00:01.634" v="8710" actId="478"/>
          <ac:picMkLst>
            <pc:docMk/>
            <pc:sldMk cId="3307204021" sldId="1180"/>
            <ac:picMk id="12" creationId="{51F31A12-8747-C6EF-703B-423B96AF0932}"/>
          </ac:picMkLst>
        </pc:picChg>
        <pc:picChg chg="add mod">
          <ac:chgData name="Marcel van Oijen" userId="535b5bdf4c23b207" providerId="LiveId" clId="{13A487FE-4893-5F25-A2B5-6BBFE7879D51}" dt="2025-09-02T15:03:01.403" v="8754" actId="1036"/>
          <ac:picMkLst>
            <pc:docMk/>
            <pc:sldMk cId="3307204021" sldId="1180"/>
            <ac:picMk id="16" creationId="{2724301D-2850-B370-3B06-9B4DED0BE5A9}"/>
          </ac:picMkLst>
        </pc:picChg>
      </pc:sldChg>
      <pc:sldChg chg="modSp add mod ord">
        <pc:chgData name="Marcel van Oijen" userId="535b5bdf4c23b207" providerId="LiveId" clId="{13A487FE-4893-5F25-A2B5-6BBFE7879D51}" dt="2025-09-02T15:02:50.631" v="8746" actId="20577"/>
        <pc:sldMkLst>
          <pc:docMk/>
          <pc:sldMk cId="2231332098" sldId="1181"/>
        </pc:sldMkLst>
        <pc:spChg chg="mod">
          <ac:chgData name="Marcel van Oijen" userId="535b5bdf4c23b207" providerId="LiveId" clId="{13A487FE-4893-5F25-A2B5-6BBFE7879D51}" dt="2025-09-02T15:02:50.631" v="8746" actId="20577"/>
          <ac:spMkLst>
            <pc:docMk/>
            <pc:sldMk cId="2231332098" sldId="1181"/>
            <ac:spMk id="246786" creationId="{3B140830-8565-DA3C-3936-2C8A1212BF9A}"/>
          </ac:spMkLst>
        </pc:spChg>
      </pc:sldChg>
      <pc:sldChg chg="addSp delSp modSp new mod">
        <pc:chgData name="Marcel van Oijen" userId="535b5bdf4c23b207" providerId="LiveId" clId="{13A487FE-4893-5F25-A2B5-6BBFE7879D51}" dt="2025-09-02T15:25:41.486" v="8843" actId="1076"/>
        <pc:sldMkLst>
          <pc:docMk/>
          <pc:sldMk cId="1616374828" sldId="1182"/>
        </pc:sldMkLst>
        <pc:spChg chg="mod">
          <ac:chgData name="Marcel van Oijen" userId="535b5bdf4c23b207" providerId="LiveId" clId="{13A487FE-4893-5F25-A2B5-6BBFE7879D51}" dt="2025-09-02T15:13:22.310" v="8835" actId="20577"/>
          <ac:spMkLst>
            <pc:docMk/>
            <pc:sldMk cId="1616374828" sldId="1182"/>
            <ac:spMk id="2" creationId="{CD6EC8B8-8C96-1658-F0CE-215C7C75003B}"/>
          </ac:spMkLst>
        </pc:spChg>
        <pc:picChg chg="add del mod">
          <ac:chgData name="Marcel van Oijen" userId="535b5bdf4c23b207" providerId="LiveId" clId="{13A487FE-4893-5F25-A2B5-6BBFE7879D51}" dt="2025-09-02T15:24:37.938" v="8836" actId="478"/>
          <ac:picMkLst>
            <pc:docMk/>
            <pc:sldMk cId="1616374828" sldId="1182"/>
            <ac:picMk id="3" creationId="{0014C6FF-1C80-F5B8-6D06-CDB424A87A84}"/>
          </ac:picMkLst>
        </pc:picChg>
        <pc:picChg chg="add mod modCrop">
          <ac:chgData name="Marcel van Oijen" userId="535b5bdf4c23b207" providerId="LiveId" clId="{13A487FE-4893-5F25-A2B5-6BBFE7879D51}" dt="2025-09-02T15:25:41.486" v="8843" actId="1076"/>
          <ac:picMkLst>
            <pc:docMk/>
            <pc:sldMk cId="1616374828" sldId="1182"/>
            <ac:picMk id="4" creationId="{AEDFFD98-DA86-183E-A078-0723B69221A9}"/>
          </ac:picMkLst>
        </pc:picChg>
      </pc:sldChg>
      <pc:sldChg chg="addSp delSp modSp new mod modAnim">
        <pc:chgData name="Marcel van Oijen" userId="535b5bdf4c23b207" providerId="LiveId" clId="{13A487FE-4893-5F25-A2B5-6BBFE7879D51}" dt="2025-09-02T16:09:21.283" v="9360" actId="20577"/>
        <pc:sldMkLst>
          <pc:docMk/>
          <pc:sldMk cId="145373627" sldId="1183"/>
        </pc:sldMkLst>
        <pc:spChg chg="mod">
          <ac:chgData name="Marcel van Oijen" userId="535b5bdf4c23b207" providerId="LiveId" clId="{13A487FE-4893-5F25-A2B5-6BBFE7879D51}" dt="2025-09-02T15:27:19.316" v="8882" actId="20577"/>
          <ac:spMkLst>
            <pc:docMk/>
            <pc:sldMk cId="145373627" sldId="1183"/>
            <ac:spMk id="2" creationId="{3E6B6F70-6B07-CB74-1B01-9BBD87DAAEF1}"/>
          </ac:spMkLst>
        </pc:spChg>
        <pc:spChg chg="add mod">
          <ac:chgData name="Marcel van Oijen" userId="535b5bdf4c23b207" providerId="LiveId" clId="{13A487FE-4893-5F25-A2B5-6BBFE7879D51}" dt="2025-09-02T16:06:39.920" v="9358" actId="1035"/>
          <ac:spMkLst>
            <pc:docMk/>
            <pc:sldMk cId="145373627" sldId="1183"/>
            <ac:spMk id="6" creationId="{6CD60777-91EA-2961-F043-56D591022634}"/>
          </ac:spMkLst>
        </pc:spChg>
        <pc:spChg chg="add mod">
          <ac:chgData name="Marcel van Oijen" userId="535b5bdf4c23b207" providerId="LiveId" clId="{13A487FE-4893-5F25-A2B5-6BBFE7879D51}" dt="2025-09-02T16:06:33.486" v="9357" actId="1035"/>
          <ac:spMkLst>
            <pc:docMk/>
            <pc:sldMk cId="145373627" sldId="1183"/>
            <ac:spMk id="7" creationId="{0CAE520F-D2C0-EA32-6A81-6F7F4F22CB43}"/>
          </ac:spMkLst>
        </pc:spChg>
        <pc:spChg chg="add mod">
          <ac:chgData name="Marcel van Oijen" userId="535b5bdf4c23b207" providerId="LiveId" clId="{13A487FE-4893-5F25-A2B5-6BBFE7879D51}" dt="2025-09-02T16:06:29.736" v="9356" actId="1035"/>
          <ac:spMkLst>
            <pc:docMk/>
            <pc:sldMk cId="145373627" sldId="1183"/>
            <ac:spMk id="8" creationId="{FFFB1BD4-A060-50D7-E53C-B8DB84560C0B}"/>
          </ac:spMkLst>
        </pc:spChg>
        <pc:spChg chg="add mod">
          <ac:chgData name="Marcel van Oijen" userId="535b5bdf4c23b207" providerId="LiveId" clId="{13A487FE-4893-5F25-A2B5-6BBFE7879D51}" dt="2025-09-02T16:09:21.283" v="9360" actId="20577"/>
          <ac:spMkLst>
            <pc:docMk/>
            <pc:sldMk cId="145373627" sldId="1183"/>
            <ac:spMk id="11" creationId="{90A1E485-93F4-6F16-24C0-182F82C8EA81}"/>
          </ac:spMkLst>
        </pc:spChg>
        <pc:picChg chg="add mod">
          <ac:chgData name="Marcel van Oijen" userId="535b5bdf4c23b207" providerId="LiveId" clId="{13A487FE-4893-5F25-A2B5-6BBFE7879D51}" dt="2025-09-02T15:51:27.001" v="8959" actId="14100"/>
          <ac:picMkLst>
            <pc:docMk/>
            <pc:sldMk cId="145373627" sldId="1183"/>
            <ac:picMk id="3" creationId="{B0154290-6E2E-67B7-0827-16AFE967BCCE}"/>
          </ac:picMkLst>
        </pc:picChg>
        <pc:picChg chg="add mod">
          <ac:chgData name="Marcel van Oijen" userId="535b5bdf4c23b207" providerId="LiveId" clId="{13A487FE-4893-5F25-A2B5-6BBFE7879D51}" dt="2025-09-02T15:51:32.514" v="8960" actId="14100"/>
          <ac:picMkLst>
            <pc:docMk/>
            <pc:sldMk cId="145373627" sldId="1183"/>
            <ac:picMk id="4" creationId="{CB410DDF-9E9F-4AC5-F756-4388A8EA0BAD}"/>
          </ac:picMkLst>
        </pc:picChg>
        <pc:picChg chg="add del mod">
          <ac:chgData name="Marcel van Oijen" userId="535b5bdf4c23b207" providerId="LiveId" clId="{13A487FE-4893-5F25-A2B5-6BBFE7879D51}" dt="2025-09-02T15:58:41.246" v="9171" actId="478"/>
          <ac:picMkLst>
            <pc:docMk/>
            <pc:sldMk cId="145373627" sldId="1183"/>
            <ac:picMk id="5" creationId="{4E2C2E84-F542-D0F3-DAE3-0994C25B5424}"/>
          </ac:picMkLst>
        </pc:picChg>
        <pc:picChg chg="add mod">
          <ac:chgData name="Marcel van Oijen" userId="535b5bdf4c23b207" providerId="LiveId" clId="{13A487FE-4893-5F25-A2B5-6BBFE7879D51}" dt="2025-09-02T16:03:24.494" v="9342" actId="1036"/>
          <ac:picMkLst>
            <pc:docMk/>
            <pc:sldMk cId="145373627" sldId="1183"/>
            <ac:picMk id="9" creationId="{D3AC7CD1-2A69-0D8B-4C74-DA68A4002F88}"/>
          </ac:picMkLst>
        </pc:picChg>
        <pc:picChg chg="add mod">
          <ac:chgData name="Marcel van Oijen" userId="535b5bdf4c23b207" providerId="LiveId" clId="{13A487FE-4893-5F25-A2B5-6BBFE7879D51}" dt="2025-09-02T15:58:50.210" v="9173" actId="1076"/>
          <ac:picMkLst>
            <pc:docMk/>
            <pc:sldMk cId="145373627" sldId="1183"/>
            <ac:picMk id="10" creationId="{3D296C54-817D-7AC2-886C-1F08D34A960C}"/>
          </ac:picMkLst>
        </pc:picChg>
      </pc:sldChg>
    </pc:docChg>
  </pc:docChgLst>
  <pc:docChgLst>
    <pc:chgData name="Marcel van Oijen" userId="535b5bdf4c23b207" providerId="LiveId" clId="{59A2DDBC-E119-8242-A984-602BD2C394D0}"/>
    <pc:docChg chg="modSld">
      <pc:chgData name="Marcel van Oijen" userId="535b5bdf4c23b207" providerId="LiveId" clId="{59A2DDBC-E119-8242-A984-602BD2C394D0}" dt="2023-01-18T09:51:46.963" v="1" actId="1038"/>
      <pc:docMkLst>
        <pc:docMk/>
      </pc:docMkLst>
      <pc:sldChg chg="modSp mod">
        <pc:chgData name="Marcel van Oijen" userId="535b5bdf4c23b207" providerId="LiveId" clId="{59A2DDBC-E119-8242-A984-602BD2C394D0}" dt="2023-01-18T09:51:46.963" v="1" actId="1038"/>
        <pc:sldMkLst>
          <pc:docMk/>
          <pc:sldMk cId="114395512" sldId="1115"/>
        </pc:sldMkLst>
      </pc:sldChg>
    </pc:docChg>
  </pc:docChgLst>
  <pc:docChgLst>
    <pc:chgData name="Marcel van Oijen" userId="535b5bdf4c23b207" providerId="LiveId" clId="{BB35E463-ED35-6B4E-84C5-9ACB86767493}"/>
    <pc:docChg chg="undo custSel addSld delSld modSld">
      <pc:chgData name="Marcel van Oijen" userId="535b5bdf4c23b207" providerId="LiveId" clId="{BB35E463-ED35-6B4E-84C5-9ACB86767493}" dt="2021-05-05T09:46:12.541" v="65"/>
      <pc:docMkLst>
        <pc:docMk/>
      </pc:docMkLst>
      <pc:sldChg chg="addSp delSp modSp modTransition modAnim">
        <pc:chgData name="Marcel van Oijen" userId="535b5bdf4c23b207" providerId="LiveId" clId="{BB35E463-ED35-6B4E-84C5-9ACB86767493}" dt="2021-05-05T09:16:23.074" v="43"/>
        <pc:sldMkLst>
          <pc:docMk/>
          <pc:sldMk cId="0" sldId="423"/>
        </pc:sldMkLst>
      </pc:sldChg>
      <pc:sldChg chg="addSp delSp modSp mod modTransition modAnim">
        <pc:chgData name="Marcel van Oijen" userId="535b5bdf4c23b207" providerId="LiveId" clId="{BB35E463-ED35-6B4E-84C5-9ACB86767493}" dt="2021-05-05T09:46:12.541" v="65"/>
        <pc:sldMkLst>
          <pc:docMk/>
          <pc:sldMk cId="1168975252" sldId="1093"/>
        </pc:sldMkLst>
      </pc:sldChg>
      <pc:sldChg chg="addSp modSp modTransition">
        <pc:chgData name="Marcel van Oijen" userId="535b5bdf4c23b207" providerId="LiveId" clId="{BB35E463-ED35-6B4E-84C5-9ACB86767493}" dt="2021-05-05T09:16:23.074" v="43"/>
        <pc:sldMkLst>
          <pc:docMk/>
          <pc:sldMk cId="2642513130" sldId="1094"/>
        </pc:sldMkLst>
      </pc:sldChg>
      <pc:sldChg chg="addSp delSp modSp modTransition modAnim">
        <pc:chgData name="Marcel van Oijen" userId="535b5bdf4c23b207" providerId="LiveId" clId="{BB35E463-ED35-6B4E-84C5-9ACB86767493}" dt="2021-05-05T09:37:40.285" v="54"/>
        <pc:sldMkLst>
          <pc:docMk/>
          <pc:sldMk cId="1998159903" sldId="1096"/>
        </pc:sldMkLst>
      </pc:sldChg>
      <pc:sldChg chg="addSp delSp modSp modTransition modAnim">
        <pc:chgData name="Marcel van Oijen" userId="535b5bdf4c23b207" providerId="LiveId" clId="{BB35E463-ED35-6B4E-84C5-9ACB86767493}" dt="2021-05-05T09:37:40.285" v="54"/>
        <pc:sldMkLst>
          <pc:docMk/>
          <pc:sldMk cId="1584755535" sldId="1097"/>
        </pc:sldMkLst>
      </pc:sldChg>
      <pc:sldChg chg="addSp modSp modTransition">
        <pc:chgData name="Marcel van Oijen" userId="535b5bdf4c23b207" providerId="LiveId" clId="{BB35E463-ED35-6B4E-84C5-9ACB86767493}" dt="2021-05-05T09:37:40.285" v="54"/>
        <pc:sldMkLst>
          <pc:docMk/>
          <pc:sldMk cId="3437010006" sldId="1100"/>
        </pc:sldMkLst>
      </pc:sldChg>
      <pc:sldChg chg="addSp modSp modTransition">
        <pc:chgData name="Marcel van Oijen" userId="535b5bdf4c23b207" providerId="LiveId" clId="{BB35E463-ED35-6B4E-84C5-9ACB86767493}" dt="2021-05-05T09:16:23.074" v="43"/>
        <pc:sldMkLst>
          <pc:docMk/>
          <pc:sldMk cId="3801486017" sldId="1101"/>
        </pc:sldMkLst>
      </pc:sldChg>
      <pc:sldChg chg="addSp modSp modTransition">
        <pc:chgData name="Marcel van Oijen" userId="535b5bdf4c23b207" providerId="LiveId" clId="{BB35E463-ED35-6B4E-84C5-9ACB86767493}" dt="2021-05-05T09:16:23.074" v="43"/>
        <pc:sldMkLst>
          <pc:docMk/>
          <pc:sldMk cId="2038845504" sldId="1102"/>
        </pc:sldMkLst>
      </pc:sldChg>
      <pc:sldChg chg="addSp delSp modSp mod modTransition delAnim modAnim">
        <pc:chgData name="Marcel van Oijen" userId="535b5bdf4c23b207" providerId="LiveId" clId="{BB35E463-ED35-6B4E-84C5-9ACB86767493}" dt="2021-05-05T09:28:53.319" v="46"/>
        <pc:sldMkLst>
          <pc:docMk/>
          <pc:sldMk cId="2657962295" sldId="1104"/>
        </pc:sldMkLst>
      </pc:sldChg>
      <pc:sldChg chg="addSp delSp modSp modTransition modAnim">
        <pc:chgData name="Marcel van Oijen" userId="535b5bdf4c23b207" providerId="LiveId" clId="{BB35E463-ED35-6B4E-84C5-9ACB86767493}" dt="2021-05-05T09:30:36.423" v="49"/>
        <pc:sldMkLst>
          <pc:docMk/>
          <pc:sldMk cId="4012929618" sldId="1105"/>
        </pc:sldMkLst>
      </pc:sldChg>
      <pc:sldChg chg="new del">
        <pc:chgData name="Marcel van Oijen" userId="535b5bdf4c23b207" providerId="LiveId" clId="{BB35E463-ED35-6B4E-84C5-9ACB86767493}" dt="2021-05-05T09:40:11.633" v="56" actId="2696"/>
        <pc:sldMkLst>
          <pc:docMk/>
          <pc:sldMk cId="3438907658" sldId="1106"/>
        </pc:sldMkLst>
      </pc:sldChg>
    </pc:docChg>
  </pc:docChgLst>
  <pc:docChgLst>
    <pc:chgData name="Marcel van Oijen" userId="535b5bdf4c23b207" providerId="LiveId" clId="{F83B5A90-60BD-FF44-9A8B-5383BFE0F9ED}"/>
    <pc:docChg chg="undo custSel addSld delSld modSld sldOrd">
      <pc:chgData name="Marcel van Oijen" userId="535b5bdf4c23b207" providerId="LiveId" clId="{F83B5A90-60BD-FF44-9A8B-5383BFE0F9ED}" dt="2025-06-06T09:11:04.185" v="6243" actId="20577"/>
      <pc:docMkLst>
        <pc:docMk/>
      </pc:docMkLst>
      <pc:sldChg chg="modSp mod">
        <pc:chgData name="Marcel van Oijen" userId="535b5bdf4c23b207" providerId="LiveId" clId="{F83B5A90-60BD-FF44-9A8B-5383BFE0F9ED}" dt="2025-05-31T15:10:21.503" v="284" actId="20577"/>
        <pc:sldMkLst>
          <pc:docMk/>
          <pc:sldMk cId="0" sldId="1055"/>
        </pc:sldMkLst>
      </pc:sldChg>
      <pc:sldChg chg="modSp mod">
        <pc:chgData name="Marcel van Oijen" userId="535b5bdf4c23b207" providerId="LiveId" clId="{F83B5A90-60BD-FF44-9A8B-5383BFE0F9ED}" dt="2025-05-31T16:32:21.470" v="642" actId="20577"/>
        <pc:sldMkLst>
          <pc:docMk/>
          <pc:sldMk cId="2431080743" sldId="1063"/>
        </pc:sldMkLst>
      </pc:sldChg>
      <pc:sldChg chg="addSp modSp mod ord">
        <pc:chgData name="Marcel van Oijen" userId="535b5bdf4c23b207" providerId="LiveId" clId="{F83B5A90-60BD-FF44-9A8B-5383BFE0F9ED}" dt="2025-06-04T11:07:21.588" v="4427" actId="20578"/>
        <pc:sldMkLst>
          <pc:docMk/>
          <pc:sldMk cId="826487906" sldId="1073"/>
        </pc:sldMkLst>
      </pc:sldChg>
      <pc:sldChg chg="modSp mod ord">
        <pc:chgData name="Marcel van Oijen" userId="535b5bdf4c23b207" providerId="LiveId" clId="{F83B5A90-60BD-FF44-9A8B-5383BFE0F9ED}" dt="2025-05-31T14:37:34.129" v="17" actId="20577"/>
        <pc:sldMkLst>
          <pc:docMk/>
          <pc:sldMk cId="2678029081" sldId="1082"/>
        </pc:sldMkLst>
      </pc:sldChg>
      <pc:sldChg chg="modSp mod">
        <pc:chgData name="Marcel van Oijen" userId="535b5bdf4c23b207" providerId="LiveId" clId="{F83B5A90-60BD-FF44-9A8B-5383BFE0F9ED}" dt="2025-06-02T15:10:15.877" v="3518" actId="1035"/>
        <pc:sldMkLst>
          <pc:docMk/>
          <pc:sldMk cId="1998159903" sldId="1096"/>
        </pc:sldMkLst>
      </pc:sldChg>
      <pc:sldChg chg="delSp mod delAnim">
        <pc:chgData name="Marcel van Oijen" userId="535b5bdf4c23b207" providerId="LiveId" clId="{F83B5A90-60BD-FF44-9A8B-5383BFE0F9ED}" dt="2025-06-01T10:41:49.161" v="1648" actId="478"/>
        <pc:sldMkLst>
          <pc:docMk/>
          <pc:sldMk cId="3801486017" sldId="1101"/>
        </pc:sldMkLst>
      </pc:sldChg>
      <pc:sldChg chg="addSp delSp modSp mod delAnim">
        <pc:chgData name="Marcel van Oijen" userId="535b5bdf4c23b207" providerId="LiveId" clId="{F83B5A90-60BD-FF44-9A8B-5383BFE0F9ED}" dt="2025-06-06T09:11:04.185" v="6243" actId="20577"/>
        <pc:sldMkLst>
          <pc:docMk/>
          <pc:sldMk cId="1586984852" sldId="1107"/>
        </pc:sldMkLst>
      </pc:sldChg>
      <pc:sldChg chg="modSp mod">
        <pc:chgData name="Marcel van Oijen" userId="535b5bdf4c23b207" providerId="LiveId" clId="{F83B5A90-60BD-FF44-9A8B-5383BFE0F9ED}" dt="2025-05-31T14:41:22.509" v="57" actId="20577"/>
        <pc:sldMkLst>
          <pc:docMk/>
          <pc:sldMk cId="607501651" sldId="1108"/>
        </pc:sldMkLst>
      </pc:sldChg>
      <pc:sldChg chg="addSp delSp modSp del mod">
        <pc:chgData name="Marcel van Oijen" userId="535b5bdf4c23b207" providerId="LiveId" clId="{F83B5A90-60BD-FF44-9A8B-5383BFE0F9ED}" dt="2025-06-02T08:34:56.962" v="1661" actId="2696"/>
        <pc:sldMkLst>
          <pc:docMk/>
          <pc:sldMk cId="4097059109" sldId="1109"/>
        </pc:sldMkLst>
      </pc:sldChg>
      <pc:sldChg chg="del">
        <pc:chgData name="Marcel van Oijen" userId="535b5bdf4c23b207" providerId="LiveId" clId="{F83B5A90-60BD-FF44-9A8B-5383BFE0F9ED}" dt="2025-06-02T08:23:02.426" v="1650" actId="2696"/>
        <pc:sldMkLst>
          <pc:docMk/>
          <pc:sldMk cId="2394597977" sldId="1110"/>
        </pc:sldMkLst>
      </pc:sldChg>
      <pc:sldChg chg="modSp mod">
        <pc:chgData name="Marcel van Oijen" userId="535b5bdf4c23b207" providerId="LiveId" clId="{F83B5A90-60BD-FF44-9A8B-5383BFE0F9ED}" dt="2025-06-06T08:58:48.358" v="6239" actId="20577"/>
        <pc:sldMkLst>
          <pc:docMk/>
          <pc:sldMk cId="3816427177" sldId="1116"/>
        </pc:sldMkLst>
      </pc:sldChg>
      <pc:sldChg chg="delSp modSp mod modAnim">
        <pc:chgData name="Marcel van Oijen" userId="535b5bdf4c23b207" providerId="LiveId" clId="{F83B5A90-60BD-FF44-9A8B-5383BFE0F9ED}" dt="2025-06-01T09:33:40.276" v="652" actId="1038"/>
        <pc:sldMkLst>
          <pc:docMk/>
          <pc:sldMk cId="2199849275" sldId="1128"/>
        </pc:sldMkLst>
      </pc:sldChg>
      <pc:sldChg chg="modSp mod">
        <pc:chgData name="Marcel van Oijen" userId="535b5bdf4c23b207" providerId="LiveId" clId="{F83B5A90-60BD-FF44-9A8B-5383BFE0F9ED}" dt="2025-06-02T10:12:04.592" v="1741" actId="20577"/>
        <pc:sldMkLst>
          <pc:docMk/>
          <pc:sldMk cId="184801221" sldId="1129"/>
        </pc:sldMkLst>
      </pc:sldChg>
      <pc:sldChg chg="ord">
        <pc:chgData name="Marcel van Oijen" userId="535b5bdf4c23b207" providerId="LiveId" clId="{F83B5A90-60BD-FF44-9A8B-5383BFE0F9ED}" dt="2025-05-31T14:29:39.844" v="1" actId="20578"/>
        <pc:sldMkLst>
          <pc:docMk/>
          <pc:sldMk cId="303225408" sldId="1133"/>
        </pc:sldMkLst>
      </pc:sldChg>
      <pc:sldChg chg="modSp mod">
        <pc:chgData name="Marcel van Oijen" userId="535b5bdf4c23b207" providerId="LiveId" clId="{F83B5A90-60BD-FF44-9A8B-5383BFE0F9ED}" dt="2025-05-31T14:40:09.116" v="53" actId="20577"/>
        <pc:sldMkLst>
          <pc:docMk/>
          <pc:sldMk cId="2284699978" sldId="1134"/>
        </pc:sldMkLst>
      </pc:sldChg>
      <pc:sldChg chg="modSp mod">
        <pc:chgData name="Marcel van Oijen" userId="535b5bdf4c23b207" providerId="LiveId" clId="{F83B5A90-60BD-FF44-9A8B-5383BFE0F9ED}" dt="2025-06-04T16:35:04.939" v="6208" actId="20577"/>
        <pc:sldMkLst>
          <pc:docMk/>
          <pc:sldMk cId="3927090599" sldId="1135"/>
        </pc:sldMkLst>
      </pc:sldChg>
      <pc:sldChg chg="addSp delSp modSp new mod">
        <pc:chgData name="Marcel van Oijen" userId="535b5bdf4c23b207" providerId="LiveId" clId="{F83B5A90-60BD-FF44-9A8B-5383BFE0F9ED}" dt="2025-06-01T10:13:13.006" v="1279" actId="1037"/>
        <pc:sldMkLst>
          <pc:docMk/>
          <pc:sldMk cId="2830902514" sldId="1139"/>
        </pc:sldMkLst>
      </pc:sldChg>
      <pc:sldChg chg="delSp modSp add mod">
        <pc:chgData name="Marcel van Oijen" userId="535b5bdf4c23b207" providerId="LiveId" clId="{F83B5A90-60BD-FF44-9A8B-5383BFE0F9ED}" dt="2025-06-01T10:15:02.037" v="1328" actId="13926"/>
        <pc:sldMkLst>
          <pc:docMk/>
          <pc:sldMk cId="2850772319" sldId="1140"/>
        </pc:sldMkLst>
      </pc:sldChg>
      <pc:sldChg chg="addSp delSp modSp add mod">
        <pc:chgData name="Marcel van Oijen" userId="535b5bdf4c23b207" providerId="LiveId" clId="{F83B5A90-60BD-FF44-9A8B-5383BFE0F9ED}" dt="2025-06-01T10:16:17.621" v="1339" actId="1076"/>
        <pc:sldMkLst>
          <pc:docMk/>
          <pc:sldMk cId="1568134619" sldId="1141"/>
        </pc:sldMkLst>
      </pc:sldChg>
      <pc:sldChg chg="new del">
        <pc:chgData name="Marcel van Oijen" userId="535b5bdf4c23b207" providerId="LiveId" clId="{F83B5A90-60BD-FF44-9A8B-5383BFE0F9ED}" dt="2025-06-01T10:17:19.250" v="1341" actId="2696"/>
        <pc:sldMkLst>
          <pc:docMk/>
          <pc:sldMk cId="2419084042" sldId="1142"/>
        </pc:sldMkLst>
      </pc:sldChg>
      <pc:sldChg chg="addSp delSp modSp add mod ord">
        <pc:chgData name="Marcel van Oijen" userId="535b5bdf4c23b207" providerId="LiveId" clId="{F83B5A90-60BD-FF44-9A8B-5383BFE0F9ED}" dt="2025-06-01T10:30:14.776" v="1638" actId="13926"/>
        <pc:sldMkLst>
          <pc:docMk/>
          <pc:sldMk cId="3559532749" sldId="1142"/>
        </pc:sldMkLst>
      </pc:sldChg>
      <pc:sldChg chg="delSp modSp add mod">
        <pc:chgData name="Marcel van Oijen" userId="535b5bdf4c23b207" providerId="LiveId" clId="{F83B5A90-60BD-FF44-9A8B-5383BFE0F9ED}" dt="2025-06-01T10:23:54.872" v="1460" actId="1076"/>
        <pc:sldMkLst>
          <pc:docMk/>
          <pc:sldMk cId="1986535945" sldId="1143"/>
        </pc:sldMkLst>
      </pc:sldChg>
      <pc:sldChg chg="addSp modSp new mod">
        <pc:chgData name="Marcel van Oijen" userId="535b5bdf4c23b207" providerId="LiveId" clId="{F83B5A90-60BD-FF44-9A8B-5383BFE0F9ED}" dt="2025-06-01T10:24:46.543" v="1467"/>
        <pc:sldMkLst>
          <pc:docMk/>
          <pc:sldMk cId="3943026512" sldId="1144"/>
        </pc:sldMkLst>
      </pc:sldChg>
      <pc:sldChg chg="delSp modSp add mod">
        <pc:chgData name="Marcel van Oijen" userId="535b5bdf4c23b207" providerId="LiveId" clId="{F83B5A90-60BD-FF44-9A8B-5383BFE0F9ED}" dt="2025-06-01T10:30:32.486" v="1640" actId="20577"/>
        <pc:sldMkLst>
          <pc:docMk/>
          <pc:sldMk cId="3246381731" sldId="1145"/>
        </pc:sldMkLst>
      </pc:sldChg>
      <pc:sldChg chg="addSp modSp new mod">
        <pc:chgData name="Marcel van Oijen" userId="535b5bdf4c23b207" providerId="LiveId" clId="{F83B5A90-60BD-FF44-9A8B-5383BFE0F9ED}" dt="2025-06-01T10:32:16.697" v="1644"/>
        <pc:sldMkLst>
          <pc:docMk/>
          <pc:sldMk cId="270216759" sldId="1146"/>
        </pc:sldMkLst>
      </pc:sldChg>
      <pc:sldChg chg="modSp add mod">
        <pc:chgData name="Marcel van Oijen" userId="535b5bdf4c23b207" providerId="LiveId" clId="{F83B5A90-60BD-FF44-9A8B-5383BFE0F9ED}" dt="2025-06-01T10:37:46.786" v="1647" actId="20577"/>
        <pc:sldMkLst>
          <pc:docMk/>
          <pc:sldMk cId="404685844" sldId="1147"/>
        </pc:sldMkLst>
      </pc:sldChg>
      <pc:sldChg chg="addSp modSp new del mod">
        <pc:chgData name="Marcel van Oijen" userId="535b5bdf4c23b207" providerId="LiveId" clId="{F83B5A90-60BD-FF44-9A8B-5383BFE0F9ED}" dt="2025-06-02T08:34:50.030" v="1660" actId="2696"/>
        <pc:sldMkLst>
          <pc:docMk/>
          <pc:sldMk cId="1265004997" sldId="1148"/>
        </pc:sldMkLst>
      </pc:sldChg>
      <pc:sldChg chg="addSp modSp new mod modAnim">
        <pc:chgData name="Marcel van Oijen" userId="535b5bdf4c23b207" providerId="LiveId" clId="{F83B5A90-60BD-FF44-9A8B-5383BFE0F9ED}" dt="2025-06-02T10:06:40.812" v="1722"/>
        <pc:sldMkLst>
          <pc:docMk/>
          <pc:sldMk cId="3206162135" sldId="1148"/>
        </pc:sldMkLst>
      </pc:sldChg>
      <pc:sldChg chg="addSp modSp new mod">
        <pc:chgData name="Marcel van Oijen" userId="535b5bdf4c23b207" providerId="LiveId" clId="{F83B5A90-60BD-FF44-9A8B-5383BFE0F9ED}" dt="2025-06-02T10:04:29.678" v="1717"/>
        <pc:sldMkLst>
          <pc:docMk/>
          <pc:sldMk cId="592246257" sldId="1149"/>
        </pc:sldMkLst>
      </pc:sldChg>
      <pc:sldChg chg="addSp modSp new del mod ord">
        <pc:chgData name="Marcel van Oijen" userId="535b5bdf4c23b207" providerId="LiveId" clId="{F83B5A90-60BD-FF44-9A8B-5383BFE0F9ED}" dt="2025-06-02T10:02:14.208" v="1668" actId="2696"/>
        <pc:sldMkLst>
          <pc:docMk/>
          <pc:sldMk cId="1994293772" sldId="1149"/>
        </pc:sldMkLst>
      </pc:sldChg>
      <pc:sldChg chg="addSp delSp modSp new mod delAnim modAnim">
        <pc:chgData name="Marcel van Oijen" userId="535b5bdf4c23b207" providerId="LiveId" clId="{F83B5A90-60BD-FF44-9A8B-5383BFE0F9ED}" dt="2025-06-04T11:31:23.949" v="4473"/>
        <pc:sldMkLst>
          <pc:docMk/>
          <pc:sldMk cId="2983775563" sldId="1150"/>
        </pc:sldMkLst>
      </pc:sldChg>
      <pc:sldChg chg="addSp delSp modSp new mod ord modAnim">
        <pc:chgData name="Marcel van Oijen" userId="535b5bdf4c23b207" providerId="LiveId" clId="{F83B5A90-60BD-FF44-9A8B-5383BFE0F9ED}" dt="2025-06-04T11:33:12.077" v="4474" actId="20578"/>
        <pc:sldMkLst>
          <pc:docMk/>
          <pc:sldMk cId="2566436409" sldId="1151"/>
        </pc:sldMkLst>
      </pc:sldChg>
      <pc:sldChg chg="addSp delSp modSp new mod">
        <pc:chgData name="Marcel van Oijen" userId="535b5bdf4c23b207" providerId="LiveId" clId="{F83B5A90-60BD-FF44-9A8B-5383BFE0F9ED}" dt="2025-06-02T11:27:36.787" v="2535" actId="14100"/>
        <pc:sldMkLst>
          <pc:docMk/>
          <pc:sldMk cId="3595751103" sldId="1152"/>
        </pc:sldMkLst>
      </pc:sldChg>
      <pc:sldChg chg="addSp modSp new mod">
        <pc:chgData name="Marcel van Oijen" userId="535b5bdf4c23b207" providerId="LiveId" clId="{F83B5A90-60BD-FF44-9A8B-5383BFE0F9ED}" dt="2025-06-02T11:44:00.703" v="2714" actId="1036"/>
        <pc:sldMkLst>
          <pc:docMk/>
          <pc:sldMk cId="1811603852" sldId="1153"/>
        </pc:sldMkLst>
      </pc:sldChg>
      <pc:sldChg chg="addSp delSp modSp add mod">
        <pc:chgData name="Marcel van Oijen" userId="535b5bdf4c23b207" providerId="LiveId" clId="{F83B5A90-60BD-FF44-9A8B-5383BFE0F9ED}" dt="2025-06-04T10:31:15.267" v="4323" actId="20577"/>
        <pc:sldMkLst>
          <pc:docMk/>
          <pc:sldMk cId="1707468946" sldId="1154"/>
        </pc:sldMkLst>
      </pc:sldChg>
      <pc:sldChg chg="addSp delSp modSp new mod modAnim">
        <pc:chgData name="Marcel van Oijen" userId="535b5bdf4c23b207" providerId="LiveId" clId="{F83B5A90-60BD-FF44-9A8B-5383BFE0F9ED}" dt="2025-06-02T15:26:43.644" v="3763"/>
        <pc:sldMkLst>
          <pc:docMk/>
          <pc:sldMk cId="1723620061" sldId="1155"/>
        </pc:sldMkLst>
      </pc:sldChg>
      <pc:sldChg chg="addSp delSp modSp add mod ord delAnim modAnim">
        <pc:chgData name="Marcel van Oijen" userId="535b5bdf4c23b207" providerId="LiveId" clId="{F83B5A90-60BD-FF44-9A8B-5383BFE0F9ED}" dt="2025-06-02T15:34:09.233" v="3818" actId="20578"/>
        <pc:sldMkLst>
          <pc:docMk/>
          <pc:sldMk cId="2813921568" sldId="1156"/>
        </pc:sldMkLst>
      </pc:sldChg>
      <pc:sldChg chg="modSp add mod">
        <pc:chgData name="Marcel van Oijen" userId="535b5bdf4c23b207" providerId="LiveId" clId="{F83B5A90-60BD-FF44-9A8B-5383BFE0F9ED}" dt="2025-06-04T16:26:10.756" v="5827" actId="20577"/>
        <pc:sldMkLst>
          <pc:docMk/>
          <pc:sldMk cId="302097910" sldId="1157"/>
        </pc:sldMkLst>
      </pc:sldChg>
      <pc:sldChg chg="addSp delSp modSp new mod ord">
        <pc:chgData name="Marcel van Oijen" userId="535b5bdf4c23b207" providerId="LiveId" clId="{F83B5A90-60BD-FF44-9A8B-5383BFE0F9ED}" dt="2025-06-04T11:07:12.870" v="4426" actId="20578"/>
        <pc:sldMkLst>
          <pc:docMk/>
          <pc:sldMk cId="2577862903" sldId="1158"/>
        </pc:sldMkLst>
      </pc:sldChg>
      <pc:sldChg chg="addSp modSp new mod">
        <pc:chgData name="Marcel van Oijen" userId="535b5bdf4c23b207" providerId="LiveId" clId="{F83B5A90-60BD-FF44-9A8B-5383BFE0F9ED}" dt="2025-06-04T13:54:02.795" v="4699" actId="20577"/>
        <pc:sldMkLst>
          <pc:docMk/>
          <pc:sldMk cId="904399479" sldId="1159"/>
        </pc:sldMkLst>
      </pc:sldChg>
      <pc:sldChg chg="addSp modSp new mod">
        <pc:chgData name="Marcel van Oijen" userId="535b5bdf4c23b207" providerId="LiveId" clId="{F83B5A90-60BD-FF44-9A8B-5383BFE0F9ED}" dt="2025-06-04T14:43:03.216" v="4741" actId="1076"/>
        <pc:sldMkLst>
          <pc:docMk/>
          <pc:sldMk cId="3487001267" sldId="1160"/>
        </pc:sldMkLst>
      </pc:sldChg>
      <pc:sldChg chg="addSp delSp modSp new mod">
        <pc:chgData name="Marcel van Oijen" userId="535b5bdf4c23b207" providerId="LiveId" clId="{F83B5A90-60BD-FF44-9A8B-5383BFE0F9ED}" dt="2025-06-04T15:24:13.178" v="5247" actId="14100"/>
        <pc:sldMkLst>
          <pc:docMk/>
          <pc:sldMk cId="2314187913" sldId="1161"/>
        </pc:sldMkLst>
      </pc:sldChg>
      <pc:sldChg chg="addSp delSp modSp new mod">
        <pc:chgData name="Marcel van Oijen" userId="535b5bdf4c23b207" providerId="LiveId" clId="{F83B5A90-60BD-FF44-9A8B-5383BFE0F9ED}" dt="2025-06-04T15:48:29.189" v="5374" actId="1076"/>
        <pc:sldMkLst>
          <pc:docMk/>
          <pc:sldMk cId="1006099260" sldId="1162"/>
        </pc:sldMkLst>
      </pc:sldChg>
      <pc:sldChg chg="addSp delSp modSp new mod">
        <pc:chgData name="Marcel van Oijen" userId="535b5bdf4c23b207" providerId="LiveId" clId="{F83B5A90-60BD-FF44-9A8B-5383BFE0F9ED}" dt="2025-06-04T16:08:23.332" v="5799" actId="1037"/>
        <pc:sldMkLst>
          <pc:docMk/>
          <pc:sldMk cId="1518495748" sldId="1163"/>
        </pc:sldMkLst>
      </pc:sldChg>
      <pc:sldChg chg="addSp delSp modSp add mod">
        <pc:chgData name="Marcel van Oijen" userId="535b5bdf4c23b207" providerId="LiveId" clId="{F83B5A90-60BD-FF44-9A8B-5383BFE0F9ED}" dt="2025-06-04T16:08:53.349" v="5808" actId="14100"/>
        <pc:sldMkLst>
          <pc:docMk/>
          <pc:sldMk cId="2003750743" sldId="1164"/>
        </pc:sldMkLst>
      </pc:sldChg>
      <pc:sldChg chg="delSp add del mod">
        <pc:chgData name="Marcel van Oijen" userId="535b5bdf4c23b207" providerId="LiveId" clId="{F83B5A90-60BD-FF44-9A8B-5383BFE0F9ED}" dt="2025-06-04T16:01:58.710" v="5550" actId="2696"/>
        <pc:sldMkLst>
          <pc:docMk/>
          <pc:sldMk cId="2490505671" sldId="1164"/>
        </pc:sldMkLst>
      </pc:sldChg>
      <pc:sldChg chg="addSp modSp new mod">
        <pc:chgData name="Marcel van Oijen" userId="535b5bdf4c23b207" providerId="LiveId" clId="{F83B5A90-60BD-FF44-9A8B-5383BFE0F9ED}" dt="2025-06-04T16:32:07.439" v="6203" actId="20577"/>
        <pc:sldMkLst>
          <pc:docMk/>
          <pc:sldMk cId="3343165246" sldId="116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32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defTabSz="917575">
              <a:defRPr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32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r" defTabSz="917575">
              <a:defRPr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3875"/>
            <a:ext cx="29432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defTabSz="917575">
              <a:defRPr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13875"/>
            <a:ext cx="29432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r" defTabSz="917575">
              <a:defRPr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91E017D9-C49B-439F-8CC7-92B379EE20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2982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defTabSz="917575">
              <a:defRPr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0163" y="0"/>
            <a:ext cx="29162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r" defTabSz="917575">
              <a:defRPr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7100" y="762000"/>
            <a:ext cx="4978400" cy="3733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724400"/>
            <a:ext cx="49911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62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defTabSz="917575">
              <a:defRPr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0163" y="9372600"/>
            <a:ext cx="29162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r" defTabSz="917575">
              <a:defRPr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D7D9007-295C-4194-9FEB-99A2238471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51376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4AD6-E728-477D-4DBC-615AFFE1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5DB11106-6794-37EB-CC7B-F461AD8707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FF57B-C4E2-45A2-B1E6-D1EBE6520279}" type="slidenum">
              <a:rPr lang="en-GB"/>
              <a:pPr/>
              <a:t>1</a:t>
            </a:fld>
            <a:endParaRPr lang="en-GB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A6B4782B-E0D2-A178-4E1D-A56EDA9205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67CCAE2F-1F9E-4CE9-1E07-2DB3EBB0B1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511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7D9007-295C-4194-9FEB-99A223847113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329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3BA6C-7F36-D85E-DEF8-B79A8A3BB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AEE94-61B7-EEDC-2965-5DAD73C7A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EC3B8E-1E5C-D81F-58F4-26D30A082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19B94-3768-091D-D009-D65F6CC1F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7D9007-295C-4194-9FEB-99A223847113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780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9ED45-81CC-6C8F-D9C3-1D8BF7A5F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40CEE3C5-FBD4-86EA-CC99-FF6BCA361D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FF57B-C4E2-45A2-B1E6-D1EBE6520279}" type="slidenum">
              <a:rPr lang="en-GB"/>
              <a:pPr/>
              <a:t>14</a:t>
            </a:fld>
            <a:endParaRPr lang="en-GB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8AFF857D-3B8D-801B-AA38-E3C728B19E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9C4501BB-2E0B-6AC5-58C3-20637E800C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630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CA98C-FEF7-C077-7112-B1DCBE8DF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5EEF14D2-7063-68C8-FCD9-52EFEED23A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FF57B-C4E2-45A2-B1E6-D1EBE6520279}" type="slidenum">
              <a:rPr lang="en-GB"/>
              <a:pPr/>
              <a:t>15</a:t>
            </a:fld>
            <a:endParaRPr lang="en-GB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809FE5D8-A3B9-9781-1EA4-22B5286468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A77BD8A1-AE5C-9853-7EFD-572AC13746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763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69768-3380-A231-78CD-93A9051DC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AB8BCD28-27EC-1AC3-6324-33E854E0A1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FF57B-C4E2-45A2-B1E6-D1EBE6520279}" type="slidenum">
              <a:rPr lang="en-GB"/>
              <a:pPr/>
              <a:t>22</a:t>
            </a:fld>
            <a:endParaRPr lang="en-GB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F096DA68-2BCF-F43B-210E-553EAA033D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5DA8F28A-6CB9-78E5-26D7-B402310025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40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95400"/>
            <a:ext cx="38100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8100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175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85800" y="1295400"/>
            <a:ext cx="7772400" cy="4800600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0" y="0"/>
            <a:ext cx="9144000" cy="5175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295400"/>
            <a:ext cx="3810000" cy="232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95400"/>
            <a:ext cx="3810000" cy="232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771900"/>
            <a:ext cx="3810000" cy="232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771900"/>
            <a:ext cx="3810000" cy="232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175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295400"/>
            <a:ext cx="3810000" cy="480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95400"/>
            <a:ext cx="3810000" cy="232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71900"/>
            <a:ext cx="3810000" cy="232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51752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rgbClr val="03B1C9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71842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 flipV="1">
            <a:off x="685800" y="5737225"/>
            <a:ext cx="19050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 smtClean="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  <p:pic>
        <p:nvPicPr>
          <p:cNvPr id="1031" name="Picture 7" descr="CEHlogo"/>
          <p:cNvPicPr>
            <a:picLocks noChangeAspect="1" noChangeArrowheads="1"/>
          </p:cNvPicPr>
          <p:nvPr userDrawn="1"/>
        </p:nvPicPr>
        <p:blipFill>
          <a:blip r:embed="rId16" cstate="print"/>
          <a:srcRect/>
          <a:stretch>
            <a:fillRect/>
          </a:stretch>
        </p:blipFill>
        <p:spPr bwMode="auto">
          <a:xfrm rot="10800000" flipH="1" flipV="1">
            <a:off x="138113" y="6310313"/>
            <a:ext cx="2012950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Unicode MS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Unicode MS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Unicode MS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Unicode MS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Unicode MS" pitchFamily="3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Unicode MS" pitchFamily="3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Unicode MS" pitchFamily="3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Unicode MS" pitchFamily="3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 i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 i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 i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 i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 i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 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7" Type="http://schemas.openxmlformats.org/officeDocument/2006/relationships/image" Target="../media/image14.emf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if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if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035D4-EE33-2783-1610-C87F31E3D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>
            <a:extLst>
              <a:ext uri="{FF2B5EF4-FFF2-40B4-BE49-F238E27FC236}">
                <a16:creationId xmlns:a16="http://schemas.microsoft.com/office/drawing/2014/main" id="{065B7F37-F855-96F2-5444-7D199D0720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4833" y="2080812"/>
            <a:ext cx="3713167" cy="2115675"/>
          </a:xfrm>
        </p:spPr>
        <p:txBody>
          <a:bodyPr/>
          <a:lstStyle/>
          <a:p>
            <a:pPr eaLnBrk="1" hangingPunct="1">
              <a:spcBef>
                <a:spcPts val="50"/>
              </a:spcBef>
              <a:spcAft>
                <a:spcPts val="0"/>
              </a:spcAft>
              <a:defRPr/>
            </a:pPr>
            <a:r>
              <a:rPr lang="en-US" sz="2400" u="sng" dirty="0">
                <a:effectLst/>
              </a:rPr>
              <a:t>4</a:t>
            </a:r>
            <a:r>
              <a:rPr lang="en-GB" sz="2400" u="sng" dirty="0">
                <a:effectLst/>
              </a:rPr>
              <a:t>.</a:t>
            </a:r>
            <a:br>
              <a:rPr lang="en-GB" sz="2400" dirty="0">
                <a:effectLst/>
              </a:rPr>
            </a:br>
            <a:r>
              <a:rPr lang="en-GB" sz="2400" dirty="0">
                <a:effectLst/>
              </a:rPr>
              <a:t>Introduction to BDT</a:t>
            </a:r>
          </a:p>
        </p:txBody>
      </p:sp>
      <p:pic>
        <p:nvPicPr>
          <p:cNvPr id="8" name="Picture 974" descr="P6260402small">
            <a:extLst>
              <a:ext uri="{FF2B5EF4-FFF2-40B4-BE49-F238E27FC236}">
                <a16:creationId xmlns:a16="http://schemas.microsoft.com/office/drawing/2014/main" id="{D8FD8A9B-BC49-B50B-50D8-6F9E3A877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18199" y="2017152"/>
            <a:ext cx="1651933" cy="217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B87CB0-B213-75E4-193A-2FEE441C27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5600" y="2080812"/>
            <a:ext cx="1651933" cy="21220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5EBBD6-2FB7-5E5E-7F9F-17E7A5D08EAD}"/>
              </a:ext>
            </a:extLst>
          </p:cNvPr>
          <p:cNvSpPr txBox="1"/>
          <p:nvPr/>
        </p:nvSpPr>
        <p:spPr>
          <a:xfrm>
            <a:off x="2756335" y="4032405"/>
            <a:ext cx="1242257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GB" sz="2200" dirty="0">
                <a:solidFill>
                  <a:srgbClr val="FF0000"/>
                </a:solidFill>
              </a:rPr>
              <a:t> </a:t>
            </a:r>
            <a:r>
              <a:rPr lang="en-GB" sz="800" b="0" dirty="0"/>
              <a:t>USGS CC PDM 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F5711D-84E5-A67B-4023-9E77E7BA8CB8}"/>
              </a:ext>
            </a:extLst>
          </p:cNvPr>
          <p:cNvSpPr txBox="1"/>
          <p:nvPr/>
        </p:nvSpPr>
        <p:spPr>
          <a:xfrm>
            <a:off x="998999" y="6497458"/>
            <a:ext cx="7152128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1600" b="0" i="1" dirty="0"/>
              <a:t>Workshop IBS-Germany &amp; DVFFA, Lübeck, 2025-09-24-26</a:t>
            </a:r>
            <a:endParaRPr lang="en-US" sz="1600" b="0" i="1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31566DC-0DD7-FCDC-7E69-26A15B87D1C9}"/>
              </a:ext>
            </a:extLst>
          </p:cNvPr>
          <p:cNvCxnSpPr/>
          <p:nvPr/>
        </p:nvCxnSpPr>
        <p:spPr bwMode="auto">
          <a:xfrm>
            <a:off x="0" y="6485266"/>
            <a:ext cx="9144000" cy="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59778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487"/>
    </mc:Choice>
    <mc:Fallback xmlns="">
      <p:transition spd="slow" advTm="3448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1643D-30EC-C011-9A62-43AAEE72E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Decision Theory (BDT)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C05983-B40F-F87A-24B8-2F003A06D433}"/>
                  </a:ext>
                </a:extLst>
              </p:cNvPr>
              <p:cNvSpPr txBox="1"/>
              <p:nvPr/>
            </p:nvSpPr>
            <p:spPr>
              <a:xfrm>
                <a:off x="453542" y="904250"/>
                <a:ext cx="8046720" cy="5324535"/>
              </a:xfrm>
              <a:prstGeom prst="rect">
                <a:avLst/>
              </a:prstGeom>
              <a:noFill/>
              <a:ln w="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BDT is the application of probability theory to decision making in situations of uncertainty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0" u="sng" dirty="0">
                    <a:solidFill>
                      <a:schemeClr val="tx2"/>
                    </a:solidFill>
                  </a:rPr>
                  <a:t>Two concepts</a:t>
                </a:r>
                <a:r>
                  <a:rPr lang="en-US" sz="2000" b="0" dirty="0">
                    <a:solidFill>
                      <a:schemeClr val="tx2"/>
                    </a:solidFill>
                  </a:rPr>
                  <a:t>: </a:t>
                </a:r>
                <a:r>
                  <a:rPr lang="en-US" sz="2000" b="0" dirty="0">
                    <a:solidFill>
                      <a:schemeClr val="accent2"/>
                    </a:solidFill>
                  </a:rPr>
                  <a:t>probability</a:t>
                </a:r>
                <a:r>
                  <a:rPr lang="en-US" sz="2000" b="0" dirty="0">
                    <a:solidFill>
                      <a:schemeClr val="tx2"/>
                    </a:solidFill>
                  </a:rPr>
                  <a:t> &amp; </a:t>
                </a:r>
                <a:r>
                  <a:rPr lang="en-US" sz="2000" b="0" dirty="0">
                    <a:solidFill>
                      <a:schemeClr val="accent2"/>
                    </a:solidFill>
                  </a:rPr>
                  <a:t>utility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0" u="sng" dirty="0">
                    <a:solidFill>
                      <a:schemeClr val="tx2"/>
                    </a:solidFill>
                  </a:rPr>
                  <a:t>Three ingredients</a:t>
                </a:r>
                <a:r>
                  <a:rPr lang="en-US" sz="2000" b="0" dirty="0">
                    <a:solidFill>
                      <a:schemeClr val="tx2"/>
                    </a:solidFill>
                  </a:rPr>
                  <a:t>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List or continuum of </a:t>
                </a:r>
                <a:r>
                  <a:rPr lang="en-US" sz="2000" b="0" dirty="0">
                    <a:solidFill>
                      <a:schemeClr val="accent2"/>
                    </a:solidFill>
                  </a:rPr>
                  <a:t>possible actions a ∈ A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List or continuum of </a:t>
                </a:r>
                <a:r>
                  <a:rPr lang="en-US" sz="2000" b="0" dirty="0">
                    <a:solidFill>
                      <a:schemeClr val="accent2"/>
                    </a:solidFill>
                  </a:rPr>
                  <a:t>external conditions x ∈ X</a:t>
                </a:r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These are uncertain: we have p[x]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A </a:t>
                </a:r>
                <a:r>
                  <a:rPr lang="en-US" sz="2000" b="0" dirty="0">
                    <a:solidFill>
                      <a:schemeClr val="accent2"/>
                    </a:solidFill>
                  </a:rPr>
                  <a:t>utility function u(</a:t>
                </a:r>
                <a:r>
                  <a:rPr lang="en-US" sz="2000" b="0" dirty="0" err="1">
                    <a:solidFill>
                      <a:schemeClr val="accent2"/>
                    </a:solidFill>
                  </a:rPr>
                  <a:t>a,x</a:t>
                </a:r>
                <a:r>
                  <a:rPr lang="en-US" sz="2000" b="0" dirty="0">
                    <a:solidFill>
                      <a:schemeClr val="accent2"/>
                    </a:solidFill>
                  </a:rPr>
                  <a:t>)</a:t>
                </a:r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Our preference: high values of u(</a:t>
                </a:r>
                <a:r>
                  <a:rPr lang="en-US" sz="2000" b="0" dirty="0" err="1">
                    <a:solidFill>
                      <a:schemeClr val="tx2"/>
                    </a:solidFill>
                  </a:rPr>
                  <a:t>a,x</a:t>
                </a:r>
                <a:r>
                  <a:rPr lang="en-US" sz="2000" b="0" dirty="0">
                    <a:solidFill>
                      <a:schemeClr val="tx2"/>
                    </a:solidFill>
                  </a:rPr>
                  <a:t>)</a:t>
                </a:r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Our decision: action a* that </a:t>
                </a:r>
                <a:r>
                  <a:rPr lang="en-US" sz="2000" b="0" dirty="0" err="1">
                    <a:solidFill>
                      <a:schemeClr val="tx2"/>
                    </a:solidFill>
                  </a:rPr>
                  <a:t>maximises</a:t>
                </a:r>
                <a:r>
                  <a:rPr lang="en-US" sz="2000" b="0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b="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000" b="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n-US" sz="2000" b="0" dirty="0">
                    <a:solidFill>
                      <a:schemeClr val="tx2"/>
                    </a:solidFill>
                  </a:rPr>
                  <a:t>(a) = E[u(</a:t>
                </a:r>
                <a:r>
                  <a:rPr lang="en-US" sz="2000" b="0" dirty="0" err="1">
                    <a:solidFill>
                      <a:schemeClr val="tx2"/>
                    </a:solidFill>
                  </a:rPr>
                  <a:t>a,x</a:t>
                </a:r>
                <a:r>
                  <a:rPr lang="en-US" sz="2000" b="0" dirty="0">
                    <a:solidFill>
                      <a:schemeClr val="tx2"/>
                    </a:solidFill>
                  </a:rPr>
                  <a:t>)]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BDT is related to but different from PRA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Our examples are of BDT in (forest) management decision-making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We will not discuss other well-known applications of BDT: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Parameter estimation: cost = minus utility = f(estimation error) (Bernardo &amp; Smith 2000)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Causal analysis: causality = impact of intervention on utility (Dawid 2021)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C05983-B40F-F87A-24B8-2F003A06D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42" y="904250"/>
                <a:ext cx="8046720" cy="5324535"/>
              </a:xfrm>
              <a:prstGeom prst="rect">
                <a:avLst/>
              </a:prstGeom>
              <a:blipFill>
                <a:blip r:embed="rId2"/>
                <a:stretch>
                  <a:fillRect l="-630" t="-713" r="-157" b="-713"/>
                </a:stretch>
              </a:blipFill>
              <a:ln w="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666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4FBF2-CD75-4F59-2C44-FEC3DCDB3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376A-E8A9-25BA-BBE9-8685C73CB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400" dirty="0"/>
              <a:t>Graphical models: From PRA to BDT</a:t>
            </a:r>
            <a:endParaRPr lang="en-GB" dirty="0"/>
          </a:p>
        </p:txBody>
      </p:sp>
      <p:sp>
        <p:nvSpPr>
          <p:cNvPr id="18436" name="Oval 3">
            <a:extLst>
              <a:ext uri="{FF2B5EF4-FFF2-40B4-BE49-F238E27FC236}">
                <a16:creationId xmlns:a16="http://schemas.microsoft.com/office/drawing/2014/main" id="{4B5E889A-27F4-D7D5-E61A-F13570AA1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826" y="3523605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z</a:t>
            </a:r>
          </a:p>
        </p:txBody>
      </p:sp>
      <p:sp>
        <p:nvSpPr>
          <p:cNvPr id="28" name="Oval 3">
            <a:extLst>
              <a:ext uri="{FF2B5EF4-FFF2-40B4-BE49-F238E27FC236}">
                <a16:creationId xmlns:a16="http://schemas.microsoft.com/office/drawing/2014/main" id="{D57A7292-3BF6-DAC2-067E-89D964A9C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826" y="4875809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x</a:t>
            </a:r>
          </a:p>
        </p:txBody>
      </p:sp>
      <p:cxnSp>
        <p:nvCxnSpPr>
          <p:cNvPr id="32" name="Straight Arrow Connector 6">
            <a:extLst>
              <a:ext uri="{FF2B5EF4-FFF2-40B4-BE49-F238E27FC236}">
                <a16:creationId xmlns:a16="http://schemas.microsoft.com/office/drawing/2014/main" id="{59ABB38D-FCF4-D59B-4948-549BBA152B10}"/>
              </a:ext>
            </a:extLst>
          </p:cNvPr>
          <p:cNvCxnSpPr>
            <a:cxnSpLocks noChangeShapeType="1"/>
            <a:stCxn id="28" idx="0"/>
            <a:endCxn id="18436" idx="4"/>
          </p:cNvCxnSpPr>
          <p:nvPr/>
        </p:nvCxnSpPr>
        <p:spPr bwMode="auto">
          <a:xfrm flipV="1">
            <a:off x="880116" y="3965085"/>
            <a:ext cx="0" cy="91072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4" name="Oval 3">
            <a:extLst>
              <a:ext uri="{FF2B5EF4-FFF2-40B4-BE49-F238E27FC236}">
                <a16:creationId xmlns:a16="http://schemas.microsoft.com/office/drawing/2014/main" id="{7026CEB8-AEFD-BC3A-BA42-7AC5EEA91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199" y="3523605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z</a:t>
            </a:r>
          </a:p>
        </p:txBody>
      </p:sp>
      <p:sp>
        <p:nvSpPr>
          <p:cNvPr id="15" name="Oval 3">
            <a:extLst>
              <a:ext uri="{FF2B5EF4-FFF2-40B4-BE49-F238E27FC236}">
                <a16:creationId xmlns:a16="http://schemas.microsoft.com/office/drawing/2014/main" id="{0D424C59-2D2A-3AB8-E651-D4E1F7BDE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199" y="4875809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x</a:t>
            </a:r>
          </a:p>
        </p:txBody>
      </p:sp>
      <p:cxnSp>
        <p:nvCxnSpPr>
          <p:cNvPr id="16" name="Straight Arrow Connector 6">
            <a:extLst>
              <a:ext uri="{FF2B5EF4-FFF2-40B4-BE49-F238E27FC236}">
                <a16:creationId xmlns:a16="http://schemas.microsoft.com/office/drawing/2014/main" id="{DF89305D-5C3C-9C88-F880-E553165100B5}"/>
              </a:ext>
            </a:extLst>
          </p:cNvPr>
          <p:cNvCxnSpPr>
            <a:cxnSpLocks noChangeShapeType="1"/>
            <a:stCxn id="15" idx="0"/>
            <a:endCxn id="14" idx="4"/>
          </p:cNvCxnSpPr>
          <p:nvPr/>
        </p:nvCxnSpPr>
        <p:spPr bwMode="auto">
          <a:xfrm flipV="1">
            <a:off x="3035489" y="3965085"/>
            <a:ext cx="0" cy="91072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1398BF2-95DE-F93D-91DD-FC8ED7AB6882}"/>
              </a:ext>
            </a:extLst>
          </p:cNvPr>
          <p:cNvSpPr txBox="1"/>
          <p:nvPr/>
        </p:nvSpPr>
        <p:spPr>
          <a:xfrm>
            <a:off x="1937992" y="4886402"/>
            <a:ext cx="415322" cy="43088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i="1" dirty="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19" name="Oval 3">
            <a:extLst>
              <a:ext uri="{FF2B5EF4-FFF2-40B4-BE49-F238E27FC236}">
                <a16:creationId xmlns:a16="http://schemas.microsoft.com/office/drawing/2014/main" id="{8448F538-BA2F-32F5-DEFD-D9EF91DAA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199" y="2198956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 dirty="0">
                <a:solidFill>
                  <a:schemeClr val="accent2"/>
                </a:solidFill>
              </a:rPr>
              <a:t>u</a:t>
            </a:r>
          </a:p>
        </p:txBody>
      </p:sp>
      <p:cxnSp>
        <p:nvCxnSpPr>
          <p:cNvPr id="3" name="Straight Arrow Connector 6">
            <a:extLst>
              <a:ext uri="{FF2B5EF4-FFF2-40B4-BE49-F238E27FC236}">
                <a16:creationId xmlns:a16="http://schemas.microsoft.com/office/drawing/2014/main" id="{31BA1E47-B253-210C-7B95-1E5BD54F55F5}"/>
              </a:ext>
            </a:extLst>
          </p:cNvPr>
          <p:cNvCxnSpPr>
            <a:cxnSpLocks noChangeShapeType="1"/>
            <a:endCxn id="14" idx="3"/>
          </p:cNvCxnSpPr>
          <p:nvPr/>
        </p:nvCxnSpPr>
        <p:spPr bwMode="auto">
          <a:xfrm flipV="1">
            <a:off x="2353314" y="3900432"/>
            <a:ext cx="510143" cy="975377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24CED18-3A64-0F7F-FF76-7737EC93BB7A}"/>
              </a:ext>
            </a:extLst>
          </p:cNvPr>
          <p:cNvCxnSpPr>
            <a:cxnSpLocks noChangeShapeType="1"/>
            <a:stCxn id="14" idx="0"/>
            <a:endCxn id="19" idx="4"/>
          </p:cNvCxnSpPr>
          <p:nvPr/>
        </p:nvCxnSpPr>
        <p:spPr bwMode="auto">
          <a:xfrm flipV="1">
            <a:off x="3035489" y="2640436"/>
            <a:ext cx="0" cy="88316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11" name="Straight Arrow Connector 6">
            <a:extLst>
              <a:ext uri="{FF2B5EF4-FFF2-40B4-BE49-F238E27FC236}">
                <a16:creationId xmlns:a16="http://schemas.microsoft.com/office/drawing/2014/main" id="{88D66CA9-3A4B-3471-0A21-94C7332A99B2}"/>
              </a:ext>
            </a:extLst>
          </p:cNvPr>
          <p:cNvCxnSpPr>
            <a:cxnSpLocks noChangeShapeType="1"/>
            <a:stCxn id="18" idx="0"/>
            <a:endCxn id="19" idx="3"/>
          </p:cNvCxnSpPr>
          <p:nvPr/>
        </p:nvCxnSpPr>
        <p:spPr bwMode="auto">
          <a:xfrm flipV="1">
            <a:off x="2145653" y="2575783"/>
            <a:ext cx="717804" cy="231061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18449" name="Rectangle 16">
            <a:extLst>
              <a:ext uri="{FF2B5EF4-FFF2-40B4-BE49-F238E27FC236}">
                <a16:creationId xmlns:a16="http://schemas.microsoft.com/office/drawing/2014/main" id="{C225277E-0A79-7FC4-1AFE-8F2440BFA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36" y="5735695"/>
            <a:ext cx="1431153" cy="7078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000" dirty="0"/>
              <a:t>p[</a:t>
            </a:r>
            <a:r>
              <a:rPr lang="en-GB" altLang="en-US" sz="2000" dirty="0" err="1"/>
              <a:t>x,z</a:t>
            </a:r>
            <a:r>
              <a:rPr lang="en-GB" altLang="en-US" sz="2000" dirty="0"/>
              <a:t>] </a:t>
            </a:r>
            <a:r>
              <a:rPr lang="en-GB" altLang="en-US" sz="2000" b="0" dirty="0"/>
              <a:t>=</a:t>
            </a:r>
          </a:p>
          <a:p>
            <a:pPr algn="r"/>
            <a:r>
              <a:rPr lang="en-GB" altLang="en-US" sz="2000" b="0" dirty="0"/>
              <a:t>p[x] p[</a:t>
            </a:r>
            <a:r>
              <a:rPr lang="en-GB" altLang="en-US" sz="2000" b="0" dirty="0" err="1"/>
              <a:t>z|</a:t>
            </a:r>
            <a:r>
              <a:rPr lang="en-GB" altLang="en-US" sz="2000" b="0" i="1" dirty="0" err="1"/>
              <a:t>x</a:t>
            </a:r>
            <a:r>
              <a:rPr lang="en-GB" altLang="en-US" sz="2000" b="0" dirty="0"/>
              <a:t>]</a:t>
            </a:r>
          </a:p>
        </p:txBody>
      </p:sp>
      <p:sp>
        <p:nvSpPr>
          <p:cNvPr id="18450" name="Rectangle 16">
            <a:extLst>
              <a:ext uri="{FF2B5EF4-FFF2-40B4-BE49-F238E27FC236}">
                <a16:creationId xmlns:a16="http://schemas.microsoft.com/office/drawing/2014/main" id="{6AC690C7-F794-69AD-5A71-D726C53B1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060" y="5735695"/>
            <a:ext cx="2411932" cy="707886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000" dirty="0">
                <a:solidFill>
                  <a:schemeClr val="accent2"/>
                </a:solidFill>
              </a:rPr>
              <a:t>p[</a:t>
            </a:r>
            <a:r>
              <a:rPr lang="en-GB" altLang="en-US" sz="2000" dirty="0" err="1">
                <a:solidFill>
                  <a:schemeClr val="accent2"/>
                </a:solidFill>
              </a:rPr>
              <a:t>x,z,u|a</a:t>
            </a:r>
            <a:r>
              <a:rPr lang="en-GB" altLang="en-US" sz="2000" dirty="0">
                <a:solidFill>
                  <a:schemeClr val="accent2"/>
                </a:solidFill>
              </a:rPr>
              <a:t>] </a:t>
            </a:r>
            <a:r>
              <a:rPr lang="en-GB" altLang="en-US" sz="2000" b="0" dirty="0">
                <a:solidFill>
                  <a:schemeClr val="accent2"/>
                </a:solidFill>
              </a:rPr>
              <a:t>=</a:t>
            </a:r>
          </a:p>
          <a:p>
            <a:pPr algn="r"/>
            <a:r>
              <a:rPr lang="en-GB" altLang="en-US" sz="2000" b="0" dirty="0">
                <a:solidFill>
                  <a:schemeClr val="accent2"/>
                </a:solidFill>
              </a:rPr>
              <a:t>p[x] p[</a:t>
            </a:r>
            <a:r>
              <a:rPr lang="en-GB" altLang="en-US" sz="2000" b="0" dirty="0" err="1">
                <a:solidFill>
                  <a:schemeClr val="accent2"/>
                </a:solidFill>
              </a:rPr>
              <a:t>z|a,</a:t>
            </a:r>
            <a:r>
              <a:rPr lang="en-GB" altLang="en-US" sz="2000" b="0" i="1" dirty="0" err="1">
                <a:solidFill>
                  <a:schemeClr val="accent2"/>
                </a:solidFill>
              </a:rPr>
              <a:t>x</a:t>
            </a:r>
            <a:r>
              <a:rPr lang="en-GB" altLang="en-US" sz="2000" b="0" dirty="0">
                <a:solidFill>
                  <a:schemeClr val="accent2"/>
                </a:solidFill>
              </a:rPr>
              <a:t>] p[</a:t>
            </a:r>
            <a:r>
              <a:rPr lang="en-GB" altLang="en-US" sz="2000" b="0" dirty="0" err="1">
                <a:solidFill>
                  <a:schemeClr val="accent2"/>
                </a:solidFill>
              </a:rPr>
              <a:t>u|a,z</a:t>
            </a:r>
            <a:r>
              <a:rPr lang="en-GB" altLang="en-US" sz="2000" b="0" dirty="0">
                <a:solidFill>
                  <a:schemeClr val="accent2"/>
                </a:solidFill>
              </a:rPr>
              <a:t>]</a:t>
            </a:r>
          </a:p>
        </p:txBody>
      </p:sp>
      <p:cxnSp>
        <p:nvCxnSpPr>
          <p:cNvPr id="18453" name="Straight Connector 18452">
            <a:extLst>
              <a:ext uri="{FF2B5EF4-FFF2-40B4-BE49-F238E27FC236}">
                <a16:creationId xmlns:a16="http://schemas.microsoft.com/office/drawing/2014/main" id="{733DA062-F6EB-45DF-304B-0B7FECA86DCB}"/>
              </a:ext>
            </a:extLst>
          </p:cNvPr>
          <p:cNvCxnSpPr>
            <a:cxnSpLocks/>
          </p:cNvCxnSpPr>
          <p:nvPr/>
        </p:nvCxnSpPr>
        <p:spPr bwMode="auto">
          <a:xfrm flipV="1">
            <a:off x="1783080" y="646611"/>
            <a:ext cx="0" cy="5796970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8455" name="TextBox 18454">
            <a:extLst>
              <a:ext uri="{FF2B5EF4-FFF2-40B4-BE49-F238E27FC236}">
                <a16:creationId xmlns:a16="http://schemas.microsoft.com/office/drawing/2014/main" id="{06F1EE6C-8EFF-6A80-2CC6-A0BC13E5EBF7}"/>
              </a:ext>
            </a:extLst>
          </p:cNvPr>
          <p:cNvSpPr txBox="1"/>
          <p:nvPr/>
        </p:nvSpPr>
        <p:spPr>
          <a:xfrm>
            <a:off x="629308" y="718615"/>
            <a:ext cx="1031966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200" u="sng" dirty="0"/>
              <a:t>PRA</a:t>
            </a:r>
          </a:p>
        </p:txBody>
      </p:sp>
      <p:sp>
        <p:nvSpPr>
          <p:cNvPr id="18456" name="TextBox 18455">
            <a:extLst>
              <a:ext uri="{FF2B5EF4-FFF2-40B4-BE49-F238E27FC236}">
                <a16:creationId xmlns:a16="http://schemas.microsoft.com/office/drawing/2014/main" id="{3B2A79A5-5FE1-7647-E076-F9202F8D9ECC}"/>
              </a:ext>
            </a:extLst>
          </p:cNvPr>
          <p:cNvSpPr txBox="1"/>
          <p:nvPr/>
        </p:nvSpPr>
        <p:spPr>
          <a:xfrm>
            <a:off x="1904887" y="715364"/>
            <a:ext cx="1031966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US" sz="2200" u="sng" dirty="0">
                <a:solidFill>
                  <a:schemeClr val="accent2"/>
                </a:solidFill>
              </a:rPr>
              <a:t>BDT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7A0C22-332A-5D35-5941-282CC9B55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185" y="2991301"/>
            <a:ext cx="2411932" cy="4752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FD238D-884F-B3F2-079B-53416C8AC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185" y="2195591"/>
            <a:ext cx="4420567" cy="44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983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C66B5-6466-92DA-8C8A-3D0CA43A7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1ECDD-17CE-54BD-0396-6E87BEC8A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400" dirty="0"/>
              <a:t>Utility matrix for discrete u(</a:t>
            </a:r>
            <a:r>
              <a:rPr lang="en-GB" sz="2400" dirty="0" err="1"/>
              <a:t>a,x</a:t>
            </a:r>
            <a:r>
              <a:rPr lang="en-GB" sz="2400" dirty="0"/>
              <a:t>)</a:t>
            </a:r>
            <a:endParaRPr lang="en-GB" dirty="0"/>
          </a:p>
        </p:txBody>
      </p:sp>
      <p:sp>
        <p:nvSpPr>
          <p:cNvPr id="14" name="Oval 3">
            <a:extLst>
              <a:ext uri="{FF2B5EF4-FFF2-40B4-BE49-F238E27FC236}">
                <a16:creationId xmlns:a16="http://schemas.microsoft.com/office/drawing/2014/main" id="{A9F15B13-6F78-1FB8-0910-7F0021A17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490" y="3523605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z</a:t>
            </a:r>
          </a:p>
        </p:txBody>
      </p:sp>
      <p:sp>
        <p:nvSpPr>
          <p:cNvPr id="15" name="Oval 3">
            <a:extLst>
              <a:ext uri="{FF2B5EF4-FFF2-40B4-BE49-F238E27FC236}">
                <a16:creationId xmlns:a16="http://schemas.microsoft.com/office/drawing/2014/main" id="{9F8EBFA8-FCDE-0D09-57B3-96E40A99D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490" y="4875809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</a:t>
            </a:r>
          </a:p>
        </p:txBody>
      </p:sp>
      <p:cxnSp>
        <p:nvCxnSpPr>
          <p:cNvPr id="16" name="Straight Arrow Connector 6">
            <a:extLst>
              <a:ext uri="{FF2B5EF4-FFF2-40B4-BE49-F238E27FC236}">
                <a16:creationId xmlns:a16="http://schemas.microsoft.com/office/drawing/2014/main" id="{2B68FD80-571D-F740-396D-04F31CBD0ECE}"/>
              </a:ext>
            </a:extLst>
          </p:cNvPr>
          <p:cNvCxnSpPr>
            <a:cxnSpLocks noChangeShapeType="1"/>
            <a:stCxn id="15" idx="0"/>
            <a:endCxn id="14" idx="4"/>
          </p:cNvCxnSpPr>
          <p:nvPr/>
        </p:nvCxnSpPr>
        <p:spPr bwMode="auto">
          <a:xfrm flipV="1">
            <a:off x="1703780" y="3965085"/>
            <a:ext cx="0" cy="91072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DFE088F-3F83-0FB8-AC98-B04AC9CFBE21}"/>
              </a:ext>
            </a:extLst>
          </p:cNvPr>
          <p:cNvSpPr txBox="1"/>
          <p:nvPr/>
        </p:nvSpPr>
        <p:spPr>
          <a:xfrm>
            <a:off x="606283" y="4886402"/>
            <a:ext cx="415322" cy="43088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</a:t>
            </a:r>
          </a:p>
        </p:txBody>
      </p:sp>
      <p:sp>
        <p:nvSpPr>
          <p:cNvPr id="19" name="Oval 3">
            <a:extLst>
              <a:ext uri="{FF2B5EF4-FFF2-40B4-BE49-F238E27FC236}">
                <a16:creationId xmlns:a16="http://schemas.microsoft.com/office/drawing/2014/main" id="{30BB9F1B-9460-CCF3-F488-3F537CFB6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490" y="2198956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</a:t>
            </a:r>
          </a:p>
        </p:txBody>
      </p:sp>
      <p:cxnSp>
        <p:nvCxnSpPr>
          <p:cNvPr id="3" name="Straight Arrow Connector 6">
            <a:extLst>
              <a:ext uri="{FF2B5EF4-FFF2-40B4-BE49-F238E27FC236}">
                <a16:creationId xmlns:a16="http://schemas.microsoft.com/office/drawing/2014/main" id="{815E7D51-C317-87E2-06A9-804EBF5FC96F}"/>
              </a:ext>
            </a:extLst>
          </p:cNvPr>
          <p:cNvCxnSpPr>
            <a:cxnSpLocks noChangeShapeType="1"/>
            <a:endCxn id="14" idx="3"/>
          </p:cNvCxnSpPr>
          <p:nvPr/>
        </p:nvCxnSpPr>
        <p:spPr bwMode="auto">
          <a:xfrm flipV="1">
            <a:off x="1021605" y="3900432"/>
            <a:ext cx="510143" cy="975377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A4C2E1F-B075-8F10-7C17-53AE6BC5399A}"/>
              </a:ext>
            </a:extLst>
          </p:cNvPr>
          <p:cNvCxnSpPr>
            <a:cxnSpLocks noChangeShapeType="1"/>
            <a:stCxn id="14" idx="0"/>
            <a:endCxn id="19" idx="4"/>
          </p:cNvCxnSpPr>
          <p:nvPr/>
        </p:nvCxnSpPr>
        <p:spPr bwMode="auto">
          <a:xfrm flipV="1">
            <a:off x="1703780" y="2640436"/>
            <a:ext cx="0" cy="88316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11" name="Straight Arrow Connector 6">
            <a:extLst>
              <a:ext uri="{FF2B5EF4-FFF2-40B4-BE49-F238E27FC236}">
                <a16:creationId xmlns:a16="http://schemas.microsoft.com/office/drawing/2014/main" id="{54F0FD06-C2BD-37F0-3B5C-F34A6C03380E}"/>
              </a:ext>
            </a:extLst>
          </p:cNvPr>
          <p:cNvCxnSpPr>
            <a:cxnSpLocks noChangeShapeType="1"/>
            <a:stCxn id="18" idx="0"/>
            <a:endCxn id="19" idx="3"/>
          </p:cNvCxnSpPr>
          <p:nvPr/>
        </p:nvCxnSpPr>
        <p:spPr bwMode="auto">
          <a:xfrm flipV="1">
            <a:off x="813944" y="2575783"/>
            <a:ext cx="717804" cy="231061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CB546C-6C28-6EF1-3710-DAD5F3DCD3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713962"/>
              </p:ext>
            </p:extLst>
          </p:nvPr>
        </p:nvGraphicFramePr>
        <p:xfrm>
          <a:off x="2438406" y="1397001"/>
          <a:ext cx="3668886" cy="166793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22962">
                  <a:extLst>
                    <a:ext uri="{9D8B030D-6E8A-4147-A177-3AD203B41FA5}">
                      <a16:colId xmlns:a16="http://schemas.microsoft.com/office/drawing/2014/main" val="4069919251"/>
                    </a:ext>
                  </a:extLst>
                </a:gridCol>
                <a:gridCol w="1222962">
                  <a:extLst>
                    <a:ext uri="{9D8B030D-6E8A-4147-A177-3AD203B41FA5}">
                      <a16:colId xmlns:a16="http://schemas.microsoft.com/office/drawing/2014/main" val="1069616878"/>
                    </a:ext>
                  </a:extLst>
                </a:gridCol>
                <a:gridCol w="1222962">
                  <a:extLst>
                    <a:ext uri="{9D8B030D-6E8A-4147-A177-3AD203B41FA5}">
                      <a16:colId xmlns:a16="http://schemas.microsoft.com/office/drawing/2014/main" val="1536081446"/>
                    </a:ext>
                  </a:extLst>
                </a:gridCol>
              </a:tblGrid>
              <a:tr h="555977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x = x</a:t>
                      </a:r>
                      <a:r>
                        <a:rPr lang="en-US" baseline="-2500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x = x</a:t>
                      </a:r>
                      <a:r>
                        <a:rPr lang="en-US" baseline="-2500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691731"/>
                  </a:ext>
                </a:extLst>
              </a:tr>
              <a:tr h="555977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solidFill>
                            <a:schemeClr val="tx2"/>
                          </a:solidFill>
                        </a:rPr>
                        <a:t>a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 = </a:t>
                      </a:r>
                      <a:r>
                        <a:rPr lang="en-US" b="1" i="1" dirty="0">
                          <a:solidFill>
                            <a:schemeClr val="tx2"/>
                          </a:solidFill>
                        </a:rPr>
                        <a:t>a</a:t>
                      </a:r>
                      <a:r>
                        <a:rPr lang="en-US" b="1" baseline="-2500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u(</a:t>
                      </a:r>
                      <a:r>
                        <a:rPr lang="en-US" i="1" dirty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baseline="-250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,x</a:t>
                      </a:r>
                      <a:r>
                        <a:rPr lang="en-US" baseline="-250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u(</a:t>
                      </a:r>
                      <a:r>
                        <a:rPr lang="en-US" i="1" dirty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baseline="-250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,x</a:t>
                      </a:r>
                      <a:r>
                        <a:rPr lang="en-US" baseline="-250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4628017"/>
                  </a:ext>
                </a:extLst>
              </a:tr>
              <a:tr h="555977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solidFill>
                            <a:schemeClr val="tx2"/>
                          </a:solidFill>
                        </a:rPr>
                        <a:t>a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 = </a:t>
                      </a:r>
                      <a:r>
                        <a:rPr lang="en-US" b="1" i="1" dirty="0">
                          <a:solidFill>
                            <a:schemeClr val="tx2"/>
                          </a:solidFill>
                        </a:rPr>
                        <a:t>a</a:t>
                      </a:r>
                      <a:r>
                        <a:rPr lang="en-US" b="1" baseline="-2500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u(</a:t>
                      </a:r>
                      <a:r>
                        <a:rPr lang="en-US" i="1" dirty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baseline="-250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,x</a:t>
                      </a:r>
                      <a:r>
                        <a:rPr lang="en-US" baseline="-250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u(</a:t>
                      </a:r>
                      <a:r>
                        <a:rPr lang="en-US" i="1" dirty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baseline="-250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,x</a:t>
                      </a:r>
                      <a:r>
                        <a:rPr lang="en-US" baseline="-250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3377416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BB29D3A-8D2F-F8F3-D257-4380761D4243}"/>
              </a:ext>
            </a:extLst>
          </p:cNvPr>
          <p:cNvGraphicFramePr>
            <a:graphicFrameLocks noGrp="1"/>
          </p:cNvGraphicFramePr>
          <p:nvPr/>
        </p:nvGraphicFramePr>
        <p:xfrm>
          <a:off x="2438406" y="3626540"/>
          <a:ext cx="3668886" cy="17520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22962">
                  <a:extLst>
                    <a:ext uri="{9D8B030D-6E8A-4147-A177-3AD203B41FA5}">
                      <a16:colId xmlns:a16="http://schemas.microsoft.com/office/drawing/2014/main" val="4069919251"/>
                    </a:ext>
                  </a:extLst>
                </a:gridCol>
                <a:gridCol w="1222962">
                  <a:extLst>
                    <a:ext uri="{9D8B030D-6E8A-4147-A177-3AD203B41FA5}">
                      <a16:colId xmlns:a16="http://schemas.microsoft.com/office/drawing/2014/main" val="1069616878"/>
                    </a:ext>
                  </a:extLst>
                </a:gridCol>
                <a:gridCol w="1222962">
                  <a:extLst>
                    <a:ext uri="{9D8B030D-6E8A-4147-A177-3AD203B41FA5}">
                      <a16:colId xmlns:a16="http://schemas.microsoft.com/office/drawing/2014/main" val="1536081446"/>
                    </a:ext>
                  </a:extLst>
                </a:gridCol>
              </a:tblGrid>
              <a:tr h="55597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% Tree survival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No beetles</a:t>
                      </a:r>
                      <a:endParaRPr lang="en-US" baseline="-25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Beetles</a:t>
                      </a:r>
                      <a:endParaRPr lang="en-US" baseline="-25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691731"/>
                  </a:ext>
                </a:extLst>
              </a:tr>
              <a:tr h="55597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No thin</a:t>
                      </a:r>
                      <a:endParaRPr lang="en-US" b="1" baseline="-25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4628017"/>
                  </a:ext>
                </a:extLst>
              </a:tr>
              <a:tr h="55597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50% thin</a:t>
                      </a:r>
                      <a:endParaRPr lang="en-US" b="1" baseline="-25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3377416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60F9079-FE8C-3700-E0C2-B92267E89E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0562406"/>
                  </p:ext>
                </p:extLst>
              </p:nvPr>
            </p:nvGraphicFramePr>
            <p:xfrm>
              <a:off x="6293556" y="1402801"/>
              <a:ext cx="2726263" cy="166793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726263">
                      <a:extLst>
                        <a:ext uri="{9D8B030D-6E8A-4147-A177-3AD203B41FA5}">
                          <a16:colId xmlns:a16="http://schemas.microsoft.com/office/drawing/2014/main" val="1536081446"/>
                        </a:ext>
                      </a:extLst>
                    </a:gridCol>
                  </a:tblGrid>
                  <a:tr h="55597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i="1" dirty="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1" i="1" dirty="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dirty="0">
                              <a:solidFill>
                                <a:schemeClr val="tx2"/>
                              </a:solidFill>
                            </a:rPr>
                            <a:t>(</a:t>
                          </a:r>
                          <a:r>
                            <a:rPr lang="en-US" i="1" dirty="0">
                              <a:solidFill>
                                <a:schemeClr val="tx2"/>
                              </a:solidFill>
                            </a:rPr>
                            <a:t>a</a:t>
                          </a:r>
                          <a:r>
                            <a:rPr lang="en-US" i="0" dirty="0">
                              <a:solidFill>
                                <a:schemeClr val="tx2"/>
                              </a:solidFill>
                            </a:rPr>
                            <a:t>)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= ∑p[x] u(</a:t>
                          </a:r>
                          <a:r>
                            <a:rPr lang="en-US" i="1" dirty="0" err="1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,x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en-US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37691731"/>
                      </a:ext>
                    </a:extLst>
                  </a:tr>
                  <a:tr h="555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  <a:r>
                            <a:rPr lang="en-US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 u(</a:t>
                          </a:r>
                          <a:r>
                            <a:rPr lang="en-US" i="1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,x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 + 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  <a:r>
                            <a:rPr lang="en-US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 u(</a:t>
                          </a:r>
                          <a:r>
                            <a:rPr lang="en-US" i="1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,x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24628017"/>
                      </a:ext>
                    </a:extLst>
                  </a:tr>
                  <a:tr h="55597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  <a:r>
                            <a:rPr lang="en-US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 u(</a:t>
                          </a:r>
                          <a:r>
                            <a:rPr lang="en-US" i="1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,x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 + 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  <a:r>
                            <a:rPr lang="en-US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 u(</a:t>
                          </a:r>
                          <a:r>
                            <a:rPr lang="en-US" i="1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,x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33774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60F9079-FE8C-3700-E0C2-B92267E89E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0562406"/>
                  </p:ext>
                </p:extLst>
              </p:nvPr>
            </p:nvGraphicFramePr>
            <p:xfrm>
              <a:off x="6293556" y="1402801"/>
              <a:ext cx="2726263" cy="166793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726263">
                      <a:extLst>
                        <a:ext uri="{9D8B030D-6E8A-4147-A177-3AD203B41FA5}">
                          <a16:colId xmlns:a16="http://schemas.microsoft.com/office/drawing/2014/main" val="1536081446"/>
                        </a:ext>
                      </a:extLst>
                    </a:gridCol>
                  </a:tblGrid>
                  <a:tr h="5559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273" r="-463" b="-20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691731"/>
                      </a:ext>
                    </a:extLst>
                  </a:tr>
                  <a:tr h="555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  <a:r>
                            <a:rPr lang="en-US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 u(</a:t>
                          </a:r>
                          <a:r>
                            <a:rPr lang="en-US" i="1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,x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 + 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  <a:r>
                            <a:rPr lang="en-US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 u(</a:t>
                          </a:r>
                          <a:r>
                            <a:rPr lang="en-US" i="1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,x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24628017"/>
                      </a:ext>
                    </a:extLst>
                  </a:tr>
                  <a:tr h="55597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  <a:r>
                            <a:rPr lang="en-US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 u(</a:t>
                          </a:r>
                          <a:r>
                            <a:rPr lang="en-US" i="1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,x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 + 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  <a:r>
                            <a:rPr lang="en-US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 u(</a:t>
                          </a:r>
                          <a:r>
                            <a:rPr lang="en-US" i="1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,x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337741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DF39AE3-BFEA-912E-D2A4-4635A6E343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1800010"/>
                  </p:ext>
                </p:extLst>
              </p:nvPr>
            </p:nvGraphicFramePr>
            <p:xfrm>
              <a:off x="6299200" y="3711365"/>
              <a:ext cx="2726263" cy="166793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726263">
                      <a:extLst>
                        <a:ext uri="{9D8B030D-6E8A-4147-A177-3AD203B41FA5}">
                          <a16:colId xmlns:a16="http://schemas.microsoft.com/office/drawing/2014/main" val="1536081446"/>
                        </a:ext>
                      </a:extLst>
                    </a:gridCol>
                  </a:tblGrid>
                  <a:tr h="55597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i="1" dirty="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1" i="1" dirty="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dirty="0">
                              <a:solidFill>
                                <a:schemeClr val="tx2"/>
                              </a:solidFill>
                            </a:rPr>
                            <a:t>(</a:t>
                          </a:r>
                          <a:r>
                            <a:rPr lang="en-US" i="1" dirty="0">
                              <a:solidFill>
                                <a:schemeClr val="tx2"/>
                              </a:solidFill>
                            </a:rPr>
                            <a:t>a</a:t>
                          </a:r>
                          <a:r>
                            <a:rPr lang="en-US" i="0" dirty="0">
                              <a:solidFill>
                                <a:schemeClr val="tx2"/>
                              </a:solidFill>
                            </a:rPr>
                            <a:t>)</a:t>
                          </a:r>
                          <a:endParaRPr lang="en-US" dirty="0">
                            <a:solidFill>
                              <a:schemeClr val="tx2"/>
                            </a:solidFill>
                          </a:endParaRPr>
                        </a:p>
                        <a:p>
                          <a:pPr algn="ctr"/>
                          <a:r>
                            <a:rPr lang="en-US" sz="1200" baseline="0" dirty="0">
                              <a:solidFill>
                                <a:schemeClr val="tx2"/>
                              </a:solidFill>
                            </a:rPr>
                            <a:t>if p[x = x</a:t>
                          </a:r>
                          <a:r>
                            <a:rPr lang="en-US" sz="1200" baseline="-25000" dirty="0">
                              <a:solidFill>
                                <a:schemeClr val="tx2"/>
                              </a:solidFill>
                            </a:rPr>
                            <a:t>2</a:t>
                          </a:r>
                          <a:r>
                            <a:rPr lang="en-US" sz="1200" baseline="0" dirty="0">
                              <a:solidFill>
                                <a:schemeClr val="tx2"/>
                              </a:solidFill>
                            </a:rPr>
                            <a:t> = Beetles] = 0.7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37691731"/>
                      </a:ext>
                    </a:extLst>
                  </a:tr>
                  <a:tr h="555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0.3×100 + 0.7×10 = 37% 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24628017"/>
                      </a:ext>
                    </a:extLst>
                  </a:tr>
                  <a:tr h="555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0.3×50 + 0.7×40 = 43% 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33774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DF39AE3-BFEA-912E-D2A4-4635A6E343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1800010"/>
                  </p:ext>
                </p:extLst>
              </p:nvPr>
            </p:nvGraphicFramePr>
            <p:xfrm>
              <a:off x="6299200" y="3711365"/>
              <a:ext cx="2726263" cy="166793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726263">
                      <a:extLst>
                        <a:ext uri="{9D8B030D-6E8A-4147-A177-3AD203B41FA5}">
                          <a16:colId xmlns:a16="http://schemas.microsoft.com/office/drawing/2014/main" val="1536081446"/>
                        </a:ext>
                      </a:extLst>
                    </a:gridCol>
                  </a:tblGrid>
                  <a:tr h="5559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5" t="-4545" r="-465" b="-20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691731"/>
                      </a:ext>
                    </a:extLst>
                  </a:tr>
                  <a:tr h="555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0.3×100 + 0.7×10 = 37% 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24628017"/>
                      </a:ext>
                    </a:extLst>
                  </a:tr>
                  <a:tr h="555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0.3×50 + 0.7×40 = 43% 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337741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88DD3C-BAE2-2694-82EA-78198333B0AF}"/>
                  </a:ext>
                </a:extLst>
              </p:cNvPr>
              <p:cNvSpPr txBox="1"/>
              <p:nvPr/>
            </p:nvSpPr>
            <p:spPr>
              <a:xfrm>
                <a:off x="606283" y="5842058"/>
                <a:ext cx="8211146" cy="430887"/>
              </a:xfrm>
              <a:prstGeom prst="rect">
                <a:avLst/>
              </a:prstGeom>
              <a:noFill/>
              <a:ln w="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0" i="1" dirty="0"/>
                  <a:t>We want to </a:t>
                </a:r>
                <a:r>
                  <a:rPr lang="en-US" sz="2200" b="0" i="1" dirty="0" err="1"/>
                  <a:t>maximise</a:t>
                </a:r>
                <a:r>
                  <a:rPr lang="en-US" sz="2200" b="0" i="1" dirty="0"/>
                  <a:t> expected utility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200" b="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b="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n-US" sz="2200" b="0" i="1" dirty="0">
                    <a:solidFill>
                      <a:schemeClr val="tx2"/>
                    </a:solidFill>
                  </a:rPr>
                  <a:t>(a), so we choose a</a:t>
                </a:r>
                <a:r>
                  <a:rPr lang="en-US" sz="2200" b="0" i="1" baseline="-25000" dirty="0">
                    <a:solidFill>
                      <a:schemeClr val="tx2"/>
                    </a:solidFill>
                  </a:rPr>
                  <a:t>2</a:t>
                </a:r>
                <a:r>
                  <a:rPr lang="en-US" sz="2200" b="0" i="1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88DD3C-BAE2-2694-82EA-78198333B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283" y="5842058"/>
                <a:ext cx="8211146" cy="430887"/>
              </a:xfrm>
              <a:prstGeom prst="rect">
                <a:avLst/>
              </a:prstGeom>
              <a:blipFill>
                <a:blip r:embed="rId4"/>
                <a:stretch>
                  <a:fillRect t="-8333" b="-25000"/>
                </a:stretch>
              </a:blipFill>
              <a:ln w="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7070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5D848-D49E-137E-42D6-DE6541BB8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D40F0-21F4-B20E-FFDA-B3FD08805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400" dirty="0"/>
              <a:t>Value of Information: Impact on expected utility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DF3D1A-A5B3-77FD-D0F0-1BD00616F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757" y="872436"/>
            <a:ext cx="3628571" cy="5086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5C8BD5-0491-940B-D3A0-B00594AC1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757" y="2045301"/>
            <a:ext cx="3969657" cy="5200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51D5DE-750D-FDA8-2B76-5916FD9E0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757" y="5588333"/>
            <a:ext cx="3871682" cy="53525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B0D16C2-0B41-99E1-35F8-0870258C98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9467" y="4145550"/>
            <a:ext cx="4167813" cy="70742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96DDDD5-1110-F8AB-E3FA-A5FCE95C46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4757" y="3327615"/>
            <a:ext cx="2789863" cy="66349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738F264-4E65-6583-9926-B9D0FE08A24C}"/>
              </a:ext>
            </a:extLst>
          </p:cNvPr>
          <p:cNvSpPr txBox="1"/>
          <p:nvPr/>
        </p:nvSpPr>
        <p:spPr>
          <a:xfrm>
            <a:off x="225893" y="894381"/>
            <a:ext cx="2967263" cy="369332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b="0" i="1" dirty="0">
                <a:solidFill>
                  <a:schemeClr val="accent2"/>
                </a:solidFill>
              </a:rPr>
              <a:t>Only prior information </a:t>
            </a:r>
            <a:r>
              <a:rPr lang="en-GB" sz="1800" b="0" dirty="0">
                <a:solidFill>
                  <a:srgbClr val="FF0000"/>
                </a:solidFill>
              </a:rPr>
              <a:t>p[x]</a:t>
            </a:r>
            <a:r>
              <a:rPr lang="en-GB" sz="1800" b="0" dirty="0">
                <a:solidFill>
                  <a:schemeClr val="accent2"/>
                </a:solidFill>
              </a:rPr>
              <a:t>:</a:t>
            </a:r>
            <a:endParaRPr lang="en-US" sz="1800" b="0" dirty="0">
              <a:solidFill>
                <a:schemeClr val="accent2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F24454-B898-9598-D124-9316FEE57976}"/>
              </a:ext>
            </a:extLst>
          </p:cNvPr>
          <p:cNvSpPr txBox="1"/>
          <p:nvPr/>
        </p:nvSpPr>
        <p:spPr>
          <a:xfrm>
            <a:off x="225893" y="2045301"/>
            <a:ext cx="2967263" cy="369332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b="0" i="1" dirty="0">
                <a:solidFill>
                  <a:schemeClr val="accent2"/>
                </a:solidFill>
              </a:rPr>
              <a:t>Specific information </a:t>
            </a:r>
            <a:r>
              <a:rPr lang="en-GB" sz="1800" b="0" dirty="0">
                <a:solidFill>
                  <a:srgbClr val="FF0000"/>
                </a:solidFill>
              </a:rPr>
              <a:t>y</a:t>
            </a:r>
            <a:r>
              <a:rPr lang="en-GB" sz="1800" b="0" i="1" dirty="0">
                <a:solidFill>
                  <a:schemeClr val="accent2"/>
                </a:solidFill>
              </a:rPr>
              <a:t>:</a:t>
            </a:r>
            <a:endParaRPr lang="en-US" sz="1800" b="0" dirty="0">
              <a:solidFill>
                <a:schemeClr val="accent2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65223B-F096-0C53-5106-99522163250C}"/>
              </a:ext>
            </a:extLst>
          </p:cNvPr>
          <p:cNvSpPr txBox="1"/>
          <p:nvPr/>
        </p:nvSpPr>
        <p:spPr>
          <a:xfrm>
            <a:off x="225892" y="3327615"/>
            <a:ext cx="2967264" cy="64633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b="0" i="1" dirty="0">
                <a:solidFill>
                  <a:schemeClr val="accent2"/>
                </a:solidFill>
              </a:rPr>
              <a:t>Information yet to be received </a:t>
            </a:r>
            <a:r>
              <a:rPr lang="en-GB" sz="1800" b="0" dirty="0">
                <a:solidFill>
                  <a:srgbClr val="FF0000"/>
                </a:solidFill>
              </a:rPr>
              <a:t>Y = {y}</a:t>
            </a:r>
            <a:r>
              <a:rPr lang="en-GB" sz="1800" b="0" i="1" dirty="0">
                <a:solidFill>
                  <a:schemeClr val="accent2"/>
                </a:solidFill>
              </a:rPr>
              <a:t>:</a:t>
            </a:r>
            <a:endParaRPr lang="en-US" sz="1800" b="0" dirty="0">
              <a:solidFill>
                <a:schemeClr val="accent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CD2B55-2AF3-D271-48A3-C30EF840BDFC}"/>
              </a:ext>
            </a:extLst>
          </p:cNvPr>
          <p:cNvSpPr txBox="1"/>
          <p:nvPr/>
        </p:nvSpPr>
        <p:spPr>
          <a:xfrm>
            <a:off x="225891" y="5583498"/>
            <a:ext cx="2967263" cy="923330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b="0" dirty="0">
                <a:solidFill>
                  <a:srgbClr val="FF0000"/>
                </a:solidFill>
              </a:rPr>
              <a:t>‘Perfect’ information</a:t>
            </a:r>
            <a:r>
              <a:rPr lang="en-GB" sz="1800" b="0" i="1" dirty="0">
                <a:solidFill>
                  <a:srgbClr val="FF0000"/>
                </a:solidFill>
              </a:rPr>
              <a:t> </a:t>
            </a:r>
            <a:r>
              <a:rPr lang="en-GB" sz="1800" b="0" i="1" dirty="0">
                <a:solidFill>
                  <a:schemeClr val="accent2"/>
                </a:solidFill>
              </a:rPr>
              <a:t>so you can always (for every x) choose the best action:</a:t>
            </a:r>
            <a:endParaRPr lang="en-US" sz="1800" b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257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7597A-C3CB-6311-9120-F49E6A4ED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34032-1B25-74EA-3273-6366773E4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400" dirty="0"/>
              <a:t>Value of Information in the tree beetle example</a:t>
            </a:r>
            <a:endParaRPr lang="en-GB" dirty="0"/>
          </a:p>
        </p:txBody>
      </p:sp>
      <p:sp>
        <p:nvSpPr>
          <p:cNvPr id="14" name="Oval 3">
            <a:extLst>
              <a:ext uri="{FF2B5EF4-FFF2-40B4-BE49-F238E27FC236}">
                <a16:creationId xmlns:a16="http://schemas.microsoft.com/office/drawing/2014/main" id="{BAEE650F-602E-09C3-8EF1-224225DF1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490" y="4718158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z</a:t>
            </a:r>
          </a:p>
        </p:txBody>
      </p:sp>
      <p:sp>
        <p:nvSpPr>
          <p:cNvPr id="15" name="Oval 3">
            <a:extLst>
              <a:ext uri="{FF2B5EF4-FFF2-40B4-BE49-F238E27FC236}">
                <a16:creationId xmlns:a16="http://schemas.microsoft.com/office/drawing/2014/main" id="{EEEB8773-E0B7-7CF6-EE34-F22980EE9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490" y="6070362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</a:t>
            </a:r>
          </a:p>
        </p:txBody>
      </p:sp>
      <p:cxnSp>
        <p:nvCxnSpPr>
          <p:cNvPr id="16" name="Straight Arrow Connector 6">
            <a:extLst>
              <a:ext uri="{FF2B5EF4-FFF2-40B4-BE49-F238E27FC236}">
                <a16:creationId xmlns:a16="http://schemas.microsoft.com/office/drawing/2014/main" id="{D3A86B88-C3C7-007F-B637-B865CF35D249}"/>
              </a:ext>
            </a:extLst>
          </p:cNvPr>
          <p:cNvCxnSpPr>
            <a:cxnSpLocks noChangeShapeType="1"/>
            <a:stCxn id="15" idx="0"/>
            <a:endCxn id="14" idx="4"/>
          </p:cNvCxnSpPr>
          <p:nvPr/>
        </p:nvCxnSpPr>
        <p:spPr bwMode="auto">
          <a:xfrm flipV="1">
            <a:off x="1703780" y="5159638"/>
            <a:ext cx="0" cy="91072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01C6FD4-C242-7F3D-8E67-8C4FC75F9BBE}"/>
              </a:ext>
            </a:extLst>
          </p:cNvPr>
          <p:cNvSpPr txBox="1"/>
          <p:nvPr/>
        </p:nvSpPr>
        <p:spPr>
          <a:xfrm>
            <a:off x="606283" y="6080955"/>
            <a:ext cx="415322" cy="43088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</a:t>
            </a:r>
          </a:p>
        </p:txBody>
      </p:sp>
      <p:sp>
        <p:nvSpPr>
          <p:cNvPr id="19" name="Oval 3">
            <a:extLst>
              <a:ext uri="{FF2B5EF4-FFF2-40B4-BE49-F238E27FC236}">
                <a16:creationId xmlns:a16="http://schemas.microsoft.com/office/drawing/2014/main" id="{2B881579-F8A3-2882-F8F4-E252BA6DD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490" y="3393509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</a:t>
            </a:r>
          </a:p>
        </p:txBody>
      </p:sp>
      <p:cxnSp>
        <p:nvCxnSpPr>
          <p:cNvPr id="3" name="Straight Arrow Connector 6">
            <a:extLst>
              <a:ext uri="{FF2B5EF4-FFF2-40B4-BE49-F238E27FC236}">
                <a16:creationId xmlns:a16="http://schemas.microsoft.com/office/drawing/2014/main" id="{329FAC1B-F02A-4F7C-FD1E-C24002F5D321}"/>
              </a:ext>
            </a:extLst>
          </p:cNvPr>
          <p:cNvCxnSpPr>
            <a:cxnSpLocks noChangeShapeType="1"/>
            <a:endCxn id="14" idx="3"/>
          </p:cNvCxnSpPr>
          <p:nvPr/>
        </p:nvCxnSpPr>
        <p:spPr bwMode="auto">
          <a:xfrm flipV="1">
            <a:off x="1021605" y="5094985"/>
            <a:ext cx="510143" cy="975377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151C99E-5128-2193-C45A-9E871EDD3964}"/>
              </a:ext>
            </a:extLst>
          </p:cNvPr>
          <p:cNvCxnSpPr>
            <a:cxnSpLocks noChangeShapeType="1"/>
            <a:stCxn id="14" idx="0"/>
            <a:endCxn id="19" idx="4"/>
          </p:cNvCxnSpPr>
          <p:nvPr/>
        </p:nvCxnSpPr>
        <p:spPr bwMode="auto">
          <a:xfrm flipV="1">
            <a:off x="1703780" y="3834989"/>
            <a:ext cx="0" cy="88316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11" name="Straight Arrow Connector 6">
            <a:extLst>
              <a:ext uri="{FF2B5EF4-FFF2-40B4-BE49-F238E27FC236}">
                <a16:creationId xmlns:a16="http://schemas.microsoft.com/office/drawing/2014/main" id="{A1E9FFCD-7B56-F305-43AB-275D98B2498B}"/>
              </a:ext>
            </a:extLst>
          </p:cNvPr>
          <p:cNvCxnSpPr>
            <a:cxnSpLocks noChangeShapeType="1"/>
            <a:stCxn id="18" idx="0"/>
            <a:endCxn id="19" idx="3"/>
          </p:cNvCxnSpPr>
          <p:nvPr/>
        </p:nvCxnSpPr>
        <p:spPr bwMode="auto">
          <a:xfrm flipV="1">
            <a:off x="813944" y="3770336"/>
            <a:ext cx="717804" cy="231061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C45C5F-ABAB-1C5C-E94F-9053801EA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539760"/>
              </p:ext>
            </p:extLst>
          </p:nvPr>
        </p:nvGraphicFramePr>
        <p:xfrm>
          <a:off x="2438406" y="4821093"/>
          <a:ext cx="3668886" cy="17520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22962">
                  <a:extLst>
                    <a:ext uri="{9D8B030D-6E8A-4147-A177-3AD203B41FA5}">
                      <a16:colId xmlns:a16="http://schemas.microsoft.com/office/drawing/2014/main" val="4069919251"/>
                    </a:ext>
                  </a:extLst>
                </a:gridCol>
                <a:gridCol w="1222962">
                  <a:extLst>
                    <a:ext uri="{9D8B030D-6E8A-4147-A177-3AD203B41FA5}">
                      <a16:colId xmlns:a16="http://schemas.microsoft.com/office/drawing/2014/main" val="1069616878"/>
                    </a:ext>
                  </a:extLst>
                </a:gridCol>
                <a:gridCol w="1222962">
                  <a:extLst>
                    <a:ext uri="{9D8B030D-6E8A-4147-A177-3AD203B41FA5}">
                      <a16:colId xmlns:a16="http://schemas.microsoft.com/office/drawing/2014/main" val="1536081446"/>
                    </a:ext>
                  </a:extLst>
                </a:gridCol>
              </a:tblGrid>
              <a:tr h="55597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% Tree survival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No beetles</a:t>
                      </a:r>
                      <a:endParaRPr lang="en-US" baseline="-25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Beetles</a:t>
                      </a:r>
                      <a:endParaRPr lang="en-US" baseline="-25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691731"/>
                  </a:ext>
                </a:extLst>
              </a:tr>
              <a:tr h="55597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No thin</a:t>
                      </a:r>
                      <a:endParaRPr lang="en-US" b="1" baseline="-25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4628017"/>
                  </a:ext>
                </a:extLst>
              </a:tr>
              <a:tr h="55597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50% thin</a:t>
                      </a:r>
                      <a:endParaRPr lang="en-US" b="1" baseline="-25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3377416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41A01AC0-E80A-31C7-69C7-7CAE08986D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100945"/>
                  </p:ext>
                </p:extLst>
              </p:nvPr>
            </p:nvGraphicFramePr>
            <p:xfrm>
              <a:off x="6299200" y="4916804"/>
              <a:ext cx="2726263" cy="166793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726263">
                      <a:extLst>
                        <a:ext uri="{9D8B030D-6E8A-4147-A177-3AD203B41FA5}">
                          <a16:colId xmlns:a16="http://schemas.microsoft.com/office/drawing/2014/main" val="1536081446"/>
                        </a:ext>
                      </a:extLst>
                    </a:gridCol>
                  </a:tblGrid>
                  <a:tr h="55597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i="1" dirty="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1" i="1" dirty="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dirty="0">
                              <a:solidFill>
                                <a:schemeClr val="tx2"/>
                              </a:solidFill>
                            </a:rPr>
                            <a:t>(</a:t>
                          </a:r>
                          <a:r>
                            <a:rPr lang="en-US" i="1" dirty="0">
                              <a:solidFill>
                                <a:schemeClr val="tx2"/>
                              </a:solidFill>
                            </a:rPr>
                            <a:t>a</a:t>
                          </a:r>
                          <a:r>
                            <a:rPr lang="en-US" i="0" dirty="0">
                              <a:solidFill>
                                <a:schemeClr val="tx2"/>
                              </a:solidFill>
                            </a:rPr>
                            <a:t>)</a:t>
                          </a:r>
                          <a:endParaRPr lang="en-US" dirty="0">
                            <a:solidFill>
                              <a:schemeClr val="tx2"/>
                            </a:solidFill>
                          </a:endParaRPr>
                        </a:p>
                        <a:p>
                          <a:pPr algn="ctr"/>
                          <a:r>
                            <a:rPr lang="en-US" sz="1200" baseline="0" dirty="0">
                              <a:solidFill>
                                <a:schemeClr val="tx2"/>
                              </a:solidFill>
                            </a:rPr>
                            <a:t>if p[x = x</a:t>
                          </a:r>
                          <a:r>
                            <a:rPr lang="en-US" sz="1200" baseline="-25000" dirty="0">
                              <a:solidFill>
                                <a:schemeClr val="tx2"/>
                              </a:solidFill>
                            </a:rPr>
                            <a:t>2</a:t>
                          </a:r>
                          <a:r>
                            <a:rPr lang="en-US" sz="1200" baseline="0" dirty="0">
                              <a:solidFill>
                                <a:schemeClr val="tx2"/>
                              </a:solidFill>
                            </a:rPr>
                            <a:t> = Beetles] = 0.7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37691731"/>
                      </a:ext>
                    </a:extLst>
                  </a:tr>
                  <a:tr h="555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0.3×100 + 0.7×10 = 37% 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24628017"/>
                      </a:ext>
                    </a:extLst>
                  </a:tr>
                  <a:tr h="555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0.3×50 + 0.7×40 = 43% 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33774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41A01AC0-E80A-31C7-69C7-7CAE08986D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100945"/>
                  </p:ext>
                </p:extLst>
              </p:nvPr>
            </p:nvGraphicFramePr>
            <p:xfrm>
              <a:off x="6299200" y="4916804"/>
              <a:ext cx="2726263" cy="166793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726263">
                      <a:extLst>
                        <a:ext uri="{9D8B030D-6E8A-4147-A177-3AD203B41FA5}">
                          <a16:colId xmlns:a16="http://schemas.microsoft.com/office/drawing/2014/main" val="1536081446"/>
                        </a:ext>
                      </a:extLst>
                    </a:gridCol>
                  </a:tblGrid>
                  <a:tr h="5559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5" t="-4545" r="-465" b="-20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691731"/>
                      </a:ext>
                    </a:extLst>
                  </a:tr>
                  <a:tr h="555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0.3×100 + 0.7×10 = 37% 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24628017"/>
                      </a:ext>
                    </a:extLst>
                  </a:tr>
                  <a:tr h="555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0.3×50 + 0.7×40 = 43% 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3377416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FC68580B-4836-BE2D-F4E8-9EF1066D6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3" y="2562068"/>
            <a:ext cx="3379622" cy="4672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B14ADB-4AF9-07A2-819B-CC915AFF5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1287671"/>
            <a:ext cx="4250132" cy="5948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174D8AA-CE74-4E7F-AD40-593DFE2AF5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7901" y="2003056"/>
            <a:ext cx="4858106" cy="25789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C1796564-3206-EED4-C3BF-A9C1D163683D}"/>
              </a:ext>
            </a:extLst>
          </p:cNvPr>
          <p:cNvGrpSpPr/>
          <p:nvPr/>
        </p:nvGrpSpPr>
        <p:grpSpPr>
          <a:xfrm>
            <a:off x="170682" y="1790859"/>
            <a:ext cx="3625907" cy="646331"/>
            <a:chOff x="170682" y="1768914"/>
            <a:chExt cx="3625907" cy="64633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E0E0CA1-0342-1D6F-1E56-3C742E913B4B}"/>
                </a:ext>
              </a:extLst>
            </p:cNvPr>
            <p:cNvSpPr txBox="1"/>
            <p:nvPr/>
          </p:nvSpPr>
          <p:spPr>
            <a:xfrm>
              <a:off x="170682" y="1768914"/>
              <a:ext cx="2722132" cy="646331"/>
            </a:xfrm>
            <a:prstGeom prst="rect">
              <a:avLst/>
            </a:prstGeom>
            <a:noFill/>
            <a:ln w="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800" b="0" i="1" dirty="0">
                  <a:solidFill>
                    <a:schemeClr val="accent2"/>
                  </a:solidFill>
                </a:rPr>
                <a:t>If </a:t>
              </a:r>
              <a:r>
                <a:rPr lang="en-GB" sz="1800" b="0" dirty="0">
                  <a:solidFill>
                    <a:schemeClr val="accent2"/>
                  </a:solidFill>
                </a:rPr>
                <a:t>y = {y</a:t>
              </a:r>
              <a:r>
                <a:rPr lang="en-GB" sz="1800" b="0" baseline="-25000" dirty="0">
                  <a:solidFill>
                    <a:schemeClr val="accent2"/>
                  </a:solidFill>
                </a:rPr>
                <a:t>1</a:t>
              </a:r>
              <a:r>
                <a:rPr lang="en-GB" sz="1800" b="0" dirty="0">
                  <a:solidFill>
                    <a:schemeClr val="accent2"/>
                  </a:solidFill>
                </a:rPr>
                <a:t>,y</a:t>
              </a:r>
              <a:r>
                <a:rPr lang="en-GB" sz="1800" b="0" baseline="-25000" dirty="0">
                  <a:solidFill>
                    <a:schemeClr val="accent2"/>
                  </a:solidFill>
                </a:rPr>
                <a:t>2</a:t>
              </a:r>
              <a:r>
                <a:rPr lang="en-GB" sz="1800" b="0" dirty="0">
                  <a:solidFill>
                    <a:schemeClr val="accent2"/>
                  </a:solidFill>
                </a:rPr>
                <a:t>} </a:t>
              </a:r>
              <a:r>
                <a:rPr lang="en-GB" sz="1800" b="0" i="1" dirty="0">
                  <a:solidFill>
                    <a:schemeClr val="accent2"/>
                  </a:solidFill>
                </a:rPr>
                <a:t>and</a:t>
              </a:r>
            </a:p>
            <a:p>
              <a:r>
                <a:rPr lang="en-GB" sz="1800" b="0" dirty="0">
                  <a:solidFill>
                    <a:schemeClr val="accent2"/>
                  </a:solidFill>
                </a:rPr>
                <a:t>p[y</a:t>
              </a:r>
              <a:r>
                <a:rPr lang="en-GB" sz="1800" b="0" baseline="-25000" dirty="0">
                  <a:solidFill>
                    <a:schemeClr val="accent2"/>
                  </a:solidFill>
                </a:rPr>
                <a:t>1</a:t>
              </a:r>
              <a:r>
                <a:rPr lang="en-GB" sz="1800" b="0" dirty="0">
                  <a:solidFill>
                    <a:schemeClr val="accent2"/>
                  </a:solidFill>
                </a:rPr>
                <a:t>|x</a:t>
              </a:r>
              <a:r>
                <a:rPr lang="en-GB" sz="1800" b="0" baseline="-25000" dirty="0">
                  <a:solidFill>
                    <a:schemeClr val="accent2"/>
                  </a:solidFill>
                </a:rPr>
                <a:t>1</a:t>
              </a:r>
              <a:r>
                <a:rPr lang="en-GB" sz="1800" b="0" dirty="0">
                  <a:solidFill>
                    <a:schemeClr val="accent2"/>
                  </a:solidFill>
                </a:rPr>
                <a:t>] = p[y</a:t>
              </a:r>
              <a:r>
                <a:rPr lang="en-GB" sz="1800" b="0" baseline="-25000" dirty="0">
                  <a:solidFill>
                    <a:schemeClr val="accent2"/>
                  </a:solidFill>
                </a:rPr>
                <a:t>2</a:t>
              </a:r>
              <a:r>
                <a:rPr lang="en-GB" sz="1800" b="0" dirty="0">
                  <a:solidFill>
                    <a:schemeClr val="accent2"/>
                  </a:solidFill>
                </a:rPr>
                <a:t>|x</a:t>
              </a:r>
              <a:r>
                <a:rPr lang="en-GB" sz="1800" b="0" baseline="-25000" dirty="0">
                  <a:solidFill>
                    <a:schemeClr val="accent2"/>
                  </a:solidFill>
                </a:rPr>
                <a:t>2</a:t>
              </a:r>
              <a:r>
                <a:rPr lang="en-GB" sz="1800" b="0" dirty="0">
                  <a:solidFill>
                    <a:schemeClr val="accent2"/>
                  </a:solidFill>
                </a:rPr>
                <a:t>] = 0.6</a:t>
              </a:r>
              <a:endParaRPr lang="en-US" sz="1800" b="0" dirty="0">
                <a:solidFill>
                  <a:schemeClr val="accent2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8053D59-1D0D-70BC-A38B-9B40C502581B}"/>
                </a:ext>
              </a:extLst>
            </p:cNvPr>
            <p:cNvCxnSpPr>
              <a:stCxn id="12" idx="3"/>
            </p:cNvCxnSpPr>
            <p:nvPr/>
          </p:nvCxnSpPr>
          <p:spPr bwMode="auto">
            <a:xfrm>
              <a:off x="2892814" y="2092080"/>
              <a:ext cx="903775" cy="7382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F08BBF38-4F10-7A25-974B-92A6540F17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111" y="771628"/>
            <a:ext cx="1514247" cy="2844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DFAEE52-329A-F765-9380-D178820B15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7901" y="3179934"/>
            <a:ext cx="3176067" cy="21357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107C5FD-AA50-78E2-F76B-D231BE956ADB}"/>
              </a:ext>
            </a:extLst>
          </p:cNvPr>
          <p:cNvSpPr txBox="1"/>
          <p:nvPr/>
        </p:nvSpPr>
        <p:spPr>
          <a:xfrm>
            <a:off x="3088368" y="3674343"/>
            <a:ext cx="3018916" cy="64633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b="0" i="1" dirty="0" err="1">
                <a:solidFill>
                  <a:schemeClr val="accent2"/>
                </a:solidFill>
              </a:rPr>
              <a:t>VoI</a:t>
            </a:r>
            <a:r>
              <a:rPr lang="en-GB" sz="1800" b="0" i="1" baseline="-25000" dirty="0" err="1">
                <a:solidFill>
                  <a:schemeClr val="accent2"/>
                </a:solidFill>
              </a:rPr>
              <a:t>partial</a:t>
            </a:r>
            <a:r>
              <a:rPr lang="en-GB" sz="1800" b="0" i="1" dirty="0">
                <a:solidFill>
                  <a:schemeClr val="accent2"/>
                </a:solidFill>
              </a:rPr>
              <a:t> = 43.6 – 43 = 0.6%</a:t>
            </a:r>
          </a:p>
          <a:p>
            <a:r>
              <a:rPr lang="en-GB" sz="1800" b="0" i="1" dirty="0" err="1">
                <a:solidFill>
                  <a:schemeClr val="accent2"/>
                </a:solidFill>
              </a:rPr>
              <a:t>VoI</a:t>
            </a:r>
            <a:r>
              <a:rPr lang="en-GB" sz="1800" b="0" i="1" baseline="-25000" dirty="0" err="1">
                <a:solidFill>
                  <a:schemeClr val="accent2"/>
                </a:solidFill>
              </a:rPr>
              <a:t>perfect</a:t>
            </a:r>
            <a:r>
              <a:rPr lang="en-GB" sz="1800" b="0" i="1" dirty="0">
                <a:solidFill>
                  <a:schemeClr val="accent2"/>
                </a:solidFill>
              </a:rPr>
              <a:t> = 58 – 43 = 15%</a:t>
            </a:r>
            <a:endParaRPr lang="en-US" sz="1800" b="0" dirty="0">
              <a:solidFill>
                <a:schemeClr val="accent2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630966A-BEEA-EE8B-EECF-C76419063452}"/>
              </a:ext>
            </a:extLst>
          </p:cNvPr>
          <p:cNvSpPr/>
          <p:nvPr/>
        </p:nvSpPr>
        <p:spPr bwMode="auto">
          <a:xfrm>
            <a:off x="4146203" y="618441"/>
            <a:ext cx="654397" cy="516043"/>
          </a:xfrm>
          <a:prstGeom prst="ellipse">
            <a:avLst/>
          </a:prstGeom>
          <a:solidFill>
            <a:schemeClr val="bg1">
              <a:alpha val="0"/>
            </a:schemeClr>
          </a:solidFill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8D66261-FB1C-2515-9575-98B5786261B1}"/>
              </a:ext>
            </a:extLst>
          </p:cNvPr>
          <p:cNvSpPr/>
          <p:nvPr/>
        </p:nvSpPr>
        <p:spPr bwMode="auto">
          <a:xfrm>
            <a:off x="8084476" y="1863385"/>
            <a:ext cx="805709" cy="516043"/>
          </a:xfrm>
          <a:prstGeom prst="ellipse">
            <a:avLst/>
          </a:prstGeom>
          <a:solidFill>
            <a:schemeClr val="bg1">
              <a:alpha val="0"/>
            </a:schemeClr>
          </a:solidFill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665BF8E-D209-F4B6-A102-235AFCF7FF32}"/>
              </a:ext>
            </a:extLst>
          </p:cNvPr>
          <p:cNvSpPr/>
          <p:nvPr/>
        </p:nvSpPr>
        <p:spPr bwMode="auto">
          <a:xfrm>
            <a:off x="6561735" y="3028699"/>
            <a:ext cx="669645" cy="516043"/>
          </a:xfrm>
          <a:prstGeom prst="ellipse">
            <a:avLst/>
          </a:prstGeom>
          <a:solidFill>
            <a:schemeClr val="bg1">
              <a:alpha val="0"/>
            </a:schemeClr>
          </a:solidFill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485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C368B-A982-5276-E0C8-F960B1743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599C3-2690-F58C-C1F9-F9EA02B1D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400" dirty="0"/>
              <a:t>Value of bad Information 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3986B1-AC18-1591-9C4F-1FC80AC71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752" y="1676291"/>
            <a:ext cx="4250132" cy="5948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B48633-C600-C12B-54F6-91107E77A0B9}"/>
              </a:ext>
            </a:extLst>
          </p:cNvPr>
          <p:cNvSpPr txBox="1"/>
          <p:nvPr/>
        </p:nvSpPr>
        <p:spPr>
          <a:xfrm>
            <a:off x="1191761" y="860754"/>
            <a:ext cx="6915919" cy="369332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800" b="0" i="1" dirty="0">
                <a:solidFill>
                  <a:schemeClr val="accent2"/>
                </a:solidFill>
              </a:rPr>
              <a:t>What would happen to </a:t>
            </a:r>
            <a:r>
              <a:rPr lang="en-GB" sz="1800" b="0" i="1" dirty="0" err="1">
                <a:solidFill>
                  <a:schemeClr val="accent2"/>
                </a:solidFill>
              </a:rPr>
              <a:t>VoI</a:t>
            </a:r>
            <a:r>
              <a:rPr lang="en-GB" sz="1800" b="0" i="1" baseline="-25000" dirty="0" err="1">
                <a:solidFill>
                  <a:schemeClr val="accent2"/>
                </a:solidFill>
              </a:rPr>
              <a:t>partial</a:t>
            </a:r>
            <a:r>
              <a:rPr lang="en-GB" sz="1800" b="0" i="1" dirty="0">
                <a:solidFill>
                  <a:schemeClr val="accent2"/>
                </a:solidFill>
              </a:rPr>
              <a:t> if </a:t>
            </a:r>
            <a:r>
              <a:rPr lang="en-GB" sz="1800" b="0" dirty="0">
                <a:solidFill>
                  <a:schemeClr val="accent2"/>
                </a:solidFill>
              </a:rPr>
              <a:t>p[y</a:t>
            </a:r>
            <a:r>
              <a:rPr lang="en-GB" sz="1800" b="0" baseline="-25000" dirty="0">
                <a:solidFill>
                  <a:schemeClr val="accent2"/>
                </a:solidFill>
              </a:rPr>
              <a:t>1</a:t>
            </a:r>
            <a:r>
              <a:rPr lang="en-GB" sz="1800" b="0" dirty="0">
                <a:solidFill>
                  <a:schemeClr val="accent2"/>
                </a:solidFill>
              </a:rPr>
              <a:t>|x</a:t>
            </a:r>
            <a:r>
              <a:rPr lang="en-GB" sz="1800" b="0" baseline="-25000" dirty="0">
                <a:solidFill>
                  <a:schemeClr val="accent2"/>
                </a:solidFill>
              </a:rPr>
              <a:t>1</a:t>
            </a:r>
            <a:r>
              <a:rPr lang="en-GB" sz="1800" b="0" dirty="0">
                <a:solidFill>
                  <a:schemeClr val="accent2"/>
                </a:solidFill>
              </a:rPr>
              <a:t>] = p[y</a:t>
            </a:r>
            <a:r>
              <a:rPr lang="en-GB" sz="1800" b="0" baseline="-25000" dirty="0">
                <a:solidFill>
                  <a:schemeClr val="accent2"/>
                </a:solidFill>
              </a:rPr>
              <a:t>2</a:t>
            </a:r>
            <a:r>
              <a:rPr lang="en-GB" sz="1800" b="0" dirty="0">
                <a:solidFill>
                  <a:schemeClr val="accent2"/>
                </a:solidFill>
              </a:rPr>
              <a:t>|x</a:t>
            </a:r>
            <a:r>
              <a:rPr lang="en-GB" sz="1800" b="0" baseline="-25000" dirty="0">
                <a:solidFill>
                  <a:schemeClr val="accent2"/>
                </a:solidFill>
              </a:rPr>
              <a:t>2</a:t>
            </a:r>
            <a:r>
              <a:rPr lang="en-GB" sz="1800" b="0" dirty="0">
                <a:solidFill>
                  <a:schemeClr val="accent2"/>
                </a:solidFill>
              </a:rPr>
              <a:t>] = 0.5?</a:t>
            </a:r>
            <a:endParaRPr lang="en-US" sz="1800" b="0" dirty="0">
              <a:solidFill>
                <a:schemeClr val="accent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70E2D-3A25-636F-5DC7-5776C2604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180" y="2614396"/>
            <a:ext cx="3093720" cy="5374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B07402-B304-519D-98A1-8866331E9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200" y="3596639"/>
            <a:ext cx="2445506" cy="4419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54737AB-CD26-9416-7CCB-E15116221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1440" y="4626921"/>
            <a:ext cx="919480" cy="28831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EDA661-6E76-CA07-4902-0C13236030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764" y="5381837"/>
            <a:ext cx="4437380" cy="2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10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F680-714B-02FD-1473-72EB79EB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90F7F65F-75EA-D60A-307C-0F46DA75D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876" y="1539251"/>
            <a:ext cx="2206147" cy="410651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800" i="1" dirty="0">
                <a:solidFill>
                  <a:srgbClr val="FF0000"/>
                </a:solidFill>
              </a:rPr>
              <a:t>u</a:t>
            </a:r>
            <a:r>
              <a:rPr lang="en-GB" altLang="en-US" sz="1800" i="1" baseline="-25000" dirty="0">
                <a:solidFill>
                  <a:srgbClr val="FF0000"/>
                </a:solidFill>
              </a:rPr>
              <a:t>11</a:t>
            </a:r>
            <a:r>
              <a:rPr lang="en-GB" altLang="en-US" sz="1800" i="1" dirty="0">
                <a:solidFill>
                  <a:srgbClr val="FF0000"/>
                </a:solidFill>
              </a:rPr>
              <a:t> = 100%</a:t>
            </a:r>
            <a:endParaRPr lang="en-GB" altLang="en-US" sz="1800" i="1" baseline="-25000" dirty="0">
              <a:solidFill>
                <a:srgbClr val="FF000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B3AE61C-81CA-2067-6846-FED4CD995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423" y="4147514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41BE4E-B94A-707B-FE49-496FB920DBBD}"/>
              </a:ext>
            </a:extLst>
          </p:cNvPr>
          <p:cNvSpPr txBox="1"/>
          <p:nvPr/>
        </p:nvSpPr>
        <p:spPr>
          <a:xfrm>
            <a:off x="582239" y="3135491"/>
            <a:ext cx="415322" cy="43088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i="1" dirty="0">
                <a:solidFill>
                  <a:schemeClr val="accent2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3">
                <a:extLst>
                  <a:ext uri="{FF2B5EF4-FFF2-40B4-BE49-F238E27FC236}">
                    <a16:creationId xmlns:a16="http://schemas.microsoft.com/office/drawing/2014/main" id="{0C2618B4-73AF-F972-A391-FEBEF21DA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04785" y="2133136"/>
                <a:ext cx="2259641" cy="477245"/>
              </a:xfrm>
              <a:prstGeom prst="ellipse">
                <a:avLst/>
              </a:prstGeom>
              <a:solidFill>
                <a:schemeClr val="bg1"/>
              </a:solidFill>
              <a:ln w="25400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ctr" anchorCtr="0"/>
              <a:lstStyle>
                <a:lvl1pPr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GB" altLang="en-US" sz="1800" i="1" dirty="0">
                    <a:solidFill>
                      <a:srgbClr val="FF0000"/>
                    </a:solidFill>
                  </a:rPr>
                  <a:t>(a</a:t>
                </a:r>
                <a:r>
                  <a:rPr lang="en-GB" altLang="en-US" sz="1800" i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GB" altLang="en-US" sz="1800" dirty="0">
                    <a:solidFill>
                      <a:srgbClr val="FF0000"/>
                    </a:solidFill>
                  </a:rPr>
                  <a:t>) = 37%</a:t>
                </a:r>
                <a:endParaRPr lang="en-GB" altLang="en-US" sz="1800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Oval 3">
                <a:extLst>
                  <a:ext uri="{FF2B5EF4-FFF2-40B4-BE49-F238E27FC236}">
                    <a16:creationId xmlns:a16="http://schemas.microsoft.com/office/drawing/2014/main" id="{0C2618B4-73AF-F972-A391-FEBEF21DA0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04785" y="2133136"/>
                <a:ext cx="2259641" cy="477245"/>
              </a:xfrm>
              <a:prstGeom prst="ellipse">
                <a:avLst/>
              </a:prstGeom>
              <a:blipFill>
                <a:blip r:embed="rId3"/>
                <a:stretch>
                  <a:fillRect b="-7500"/>
                </a:stretch>
              </a:blipFill>
              <a:ln w="25400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6">
            <a:extLst>
              <a:ext uri="{FF2B5EF4-FFF2-40B4-BE49-F238E27FC236}">
                <a16:creationId xmlns:a16="http://schemas.microsoft.com/office/drawing/2014/main" id="{6DCD2E9A-3261-BDC2-8379-FD5633C84106}"/>
              </a:ext>
            </a:extLst>
          </p:cNvPr>
          <p:cNvCxnSpPr>
            <a:cxnSpLocks noChangeShapeType="1"/>
            <a:endCxn id="15" idx="3"/>
          </p:cNvCxnSpPr>
          <p:nvPr/>
        </p:nvCxnSpPr>
        <p:spPr bwMode="auto">
          <a:xfrm flipV="1">
            <a:off x="997561" y="2555615"/>
            <a:ext cx="963120" cy="57987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260F8A2-3B63-7DCC-2E4C-ED48C9A63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423" y="2178788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 dirty="0"/>
              <a:t>x</a:t>
            </a:r>
          </a:p>
        </p:txBody>
      </p:sp>
      <p:cxnSp>
        <p:nvCxnSpPr>
          <p:cNvPr id="18" name="Straight Arrow Connector 6">
            <a:extLst>
              <a:ext uri="{FF2B5EF4-FFF2-40B4-BE49-F238E27FC236}">
                <a16:creationId xmlns:a16="http://schemas.microsoft.com/office/drawing/2014/main" id="{B4585D0D-AE69-CF5D-CB07-334FCAB05080}"/>
              </a:ext>
            </a:extLst>
          </p:cNvPr>
          <p:cNvCxnSpPr>
            <a:cxnSpLocks noChangeShapeType="1"/>
            <a:endCxn id="4" idx="1"/>
          </p:cNvCxnSpPr>
          <p:nvPr/>
        </p:nvCxnSpPr>
        <p:spPr bwMode="auto">
          <a:xfrm>
            <a:off x="997561" y="3566378"/>
            <a:ext cx="963120" cy="64578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21" name="Straight Arrow Connector 6">
            <a:extLst>
              <a:ext uri="{FF2B5EF4-FFF2-40B4-BE49-F238E27FC236}">
                <a16:creationId xmlns:a16="http://schemas.microsoft.com/office/drawing/2014/main" id="{E6A3E70F-94C8-6826-4E68-714CA00AF6D5}"/>
              </a:ext>
            </a:extLst>
          </p:cNvPr>
          <p:cNvCxnSpPr>
            <a:cxnSpLocks noChangeShapeType="1"/>
            <a:stCxn id="15" idx="7"/>
            <a:endCxn id="3" idx="2"/>
          </p:cNvCxnSpPr>
          <p:nvPr/>
        </p:nvCxnSpPr>
        <p:spPr bwMode="auto">
          <a:xfrm flipV="1">
            <a:off x="2304745" y="1744577"/>
            <a:ext cx="1415131" cy="49886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" name="Straight Arrow Connector 6">
            <a:extLst>
              <a:ext uri="{FF2B5EF4-FFF2-40B4-BE49-F238E27FC236}">
                <a16:creationId xmlns:a16="http://schemas.microsoft.com/office/drawing/2014/main" id="{F36106E0-7791-F2B2-4137-6F9099C9807B}"/>
              </a:ext>
            </a:extLst>
          </p:cNvPr>
          <p:cNvCxnSpPr>
            <a:cxnSpLocks noChangeShapeType="1"/>
            <a:stCxn id="15" idx="5"/>
            <a:endCxn id="61" idx="2"/>
          </p:cNvCxnSpPr>
          <p:nvPr/>
        </p:nvCxnSpPr>
        <p:spPr bwMode="auto">
          <a:xfrm>
            <a:off x="2304745" y="2555615"/>
            <a:ext cx="1415129" cy="47724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1" name="Straight Arrow Connector 6">
            <a:extLst>
              <a:ext uri="{FF2B5EF4-FFF2-40B4-BE49-F238E27FC236}">
                <a16:creationId xmlns:a16="http://schemas.microsoft.com/office/drawing/2014/main" id="{53E08B67-FD3D-5923-096C-849243C0F6AE}"/>
              </a:ext>
            </a:extLst>
          </p:cNvPr>
          <p:cNvCxnSpPr>
            <a:cxnSpLocks noChangeShapeType="1"/>
            <a:stCxn id="4" idx="7"/>
            <a:endCxn id="62" idx="2"/>
          </p:cNvCxnSpPr>
          <p:nvPr/>
        </p:nvCxnSpPr>
        <p:spPr bwMode="auto">
          <a:xfrm flipV="1">
            <a:off x="2304745" y="3888236"/>
            <a:ext cx="1415130" cy="323931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2" name="Straight Arrow Connector 6">
            <a:extLst>
              <a:ext uri="{FF2B5EF4-FFF2-40B4-BE49-F238E27FC236}">
                <a16:creationId xmlns:a16="http://schemas.microsoft.com/office/drawing/2014/main" id="{8BDE1494-CF29-87EF-3B9B-A7EF7723B118}"/>
              </a:ext>
            </a:extLst>
          </p:cNvPr>
          <p:cNvCxnSpPr>
            <a:cxnSpLocks noChangeShapeType="1"/>
            <a:stCxn id="4" idx="5"/>
            <a:endCxn id="63" idx="2"/>
          </p:cNvCxnSpPr>
          <p:nvPr/>
        </p:nvCxnSpPr>
        <p:spPr bwMode="auto">
          <a:xfrm>
            <a:off x="2304745" y="4524341"/>
            <a:ext cx="1415130" cy="522362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F64D946-20E2-B56D-5D24-67A0F4CB7168}"/>
              </a:ext>
            </a:extLst>
          </p:cNvPr>
          <p:cNvSpPr txBox="1"/>
          <p:nvPr/>
        </p:nvSpPr>
        <p:spPr>
          <a:xfrm rot="2042311">
            <a:off x="804529" y="3817336"/>
            <a:ext cx="1175203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schemeClr val="accent2"/>
                </a:solidFill>
              </a:rPr>
              <a:t>Thin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8421BB-5C19-82DB-0B5A-932A96082B00}"/>
              </a:ext>
            </a:extLst>
          </p:cNvPr>
          <p:cNvSpPr txBox="1"/>
          <p:nvPr/>
        </p:nvSpPr>
        <p:spPr>
          <a:xfrm rot="19730329">
            <a:off x="818911" y="2590077"/>
            <a:ext cx="1175203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schemeClr val="accent2"/>
                </a:solidFill>
              </a:rPr>
              <a:t>No thin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1A25FB5-1AAB-04EC-20D0-A57687FC0462}"/>
              </a:ext>
            </a:extLst>
          </p:cNvPr>
          <p:cNvSpPr txBox="1"/>
          <p:nvPr/>
        </p:nvSpPr>
        <p:spPr>
          <a:xfrm rot="20491085">
            <a:off x="2344103" y="1727135"/>
            <a:ext cx="1175203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/>
              <a:t>No beetles</a:t>
            </a:r>
          </a:p>
          <a:p>
            <a:pPr algn="ctr"/>
            <a:r>
              <a:rPr lang="en-US" sz="1600" b="0" dirty="0"/>
              <a:t>p=0.3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416C244-5ED8-907A-35AB-5E0D89715E75}"/>
              </a:ext>
            </a:extLst>
          </p:cNvPr>
          <p:cNvSpPr txBox="1"/>
          <p:nvPr/>
        </p:nvSpPr>
        <p:spPr>
          <a:xfrm rot="1151587">
            <a:off x="2439465" y="2508620"/>
            <a:ext cx="1175203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/>
              <a:t>Beetles</a:t>
            </a:r>
          </a:p>
          <a:p>
            <a:pPr algn="ctr"/>
            <a:r>
              <a:rPr lang="en-US" sz="1600" b="0" dirty="0"/>
              <a:t>p=0.7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6A4429-DCE0-C56D-766C-3583AD87E6F9}"/>
              </a:ext>
            </a:extLst>
          </p:cNvPr>
          <p:cNvSpPr txBox="1"/>
          <p:nvPr/>
        </p:nvSpPr>
        <p:spPr>
          <a:xfrm rot="20910504">
            <a:off x="2329539" y="3772408"/>
            <a:ext cx="1175203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/>
              <a:t>No beetles</a:t>
            </a:r>
          </a:p>
          <a:p>
            <a:pPr algn="ctr"/>
            <a:r>
              <a:rPr lang="en-US" sz="1600" b="0" dirty="0"/>
              <a:t>p=0.3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93FEC9D-116F-B904-706A-70849CB7B043}"/>
              </a:ext>
            </a:extLst>
          </p:cNvPr>
          <p:cNvSpPr txBox="1"/>
          <p:nvPr/>
        </p:nvSpPr>
        <p:spPr>
          <a:xfrm rot="1188820">
            <a:off x="2425196" y="4500915"/>
            <a:ext cx="1175203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/>
              <a:t>Beetles</a:t>
            </a:r>
          </a:p>
          <a:p>
            <a:pPr algn="ctr"/>
            <a:r>
              <a:rPr lang="en-US" sz="1600" b="0" dirty="0"/>
              <a:t>p=0.7</a:t>
            </a:r>
          </a:p>
        </p:txBody>
      </p:sp>
      <p:sp>
        <p:nvSpPr>
          <p:cNvPr id="61" name="Oval 3">
            <a:extLst>
              <a:ext uri="{FF2B5EF4-FFF2-40B4-BE49-F238E27FC236}">
                <a16:creationId xmlns:a16="http://schemas.microsoft.com/office/drawing/2014/main" id="{780A8EF9-F302-7317-8E20-27800AA41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874" y="2827533"/>
            <a:ext cx="2206147" cy="410651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800" i="1" dirty="0">
                <a:solidFill>
                  <a:srgbClr val="FF0000"/>
                </a:solidFill>
              </a:rPr>
              <a:t>u</a:t>
            </a:r>
            <a:r>
              <a:rPr lang="en-GB" altLang="en-US" sz="1800" i="1" baseline="-25000" dirty="0">
                <a:solidFill>
                  <a:srgbClr val="FF0000"/>
                </a:solidFill>
              </a:rPr>
              <a:t>12 </a:t>
            </a:r>
            <a:r>
              <a:rPr lang="en-GB" altLang="en-US" sz="1800" i="1" dirty="0">
                <a:solidFill>
                  <a:srgbClr val="FF0000"/>
                </a:solidFill>
              </a:rPr>
              <a:t> = 10%</a:t>
            </a:r>
            <a:endParaRPr lang="en-GB" altLang="en-US" sz="1800" i="1" baseline="-25000" dirty="0">
              <a:solidFill>
                <a:srgbClr val="FF0000"/>
              </a:solidFill>
            </a:endParaRPr>
          </a:p>
        </p:txBody>
      </p:sp>
      <p:sp>
        <p:nvSpPr>
          <p:cNvPr id="62" name="Oval 3">
            <a:extLst>
              <a:ext uri="{FF2B5EF4-FFF2-40B4-BE49-F238E27FC236}">
                <a16:creationId xmlns:a16="http://schemas.microsoft.com/office/drawing/2014/main" id="{DC6BEBA1-45BA-FBBE-F8D3-01A39574B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875" y="3682910"/>
            <a:ext cx="2204488" cy="410651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800" i="1" dirty="0">
                <a:solidFill>
                  <a:srgbClr val="FF0000"/>
                </a:solidFill>
              </a:rPr>
              <a:t>u</a:t>
            </a:r>
            <a:r>
              <a:rPr lang="en-GB" altLang="en-US" sz="1800" i="1" baseline="-25000" dirty="0">
                <a:solidFill>
                  <a:srgbClr val="FF0000"/>
                </a:solidFill>
              </a:rPr>
              <a:t>21</a:t>
            </a:r>
            <a:r>
              <a:rPr lang="en-GB" altLang="en-US" sz="1800" dirty="0">
                <a:solidFill>
                  <a:srgbClr val="FF0000"/>
                </a:solidFill>
              </a:rPr>
              <a:t> </a:t>
            </a:r>
            <a:r>
              <a:rPr lang="en-GB" altLang="en-US" sz="1800" i="1" dirty="0">
                <a:solidFill>
                  <a:srgbClr val="FF0000"/>
                </a:solidFill>
              </a:rPr>
              <a:t>=50%</a:t>
            </a:r>
            <a:endParaRPr lang="en-GB" altLang="en-US" sz="1800" i="1" baseline="-25000" dirty="0">
              <a:solidFill>
                <a:srgbClr val="FF0000"/>
              </a:solidFill>
            </a:endParaRPr>
          </a:p>
        </p:txBody>
      </p:sp>
      <p:sp>
        <p:nvSpPr>
          <p:cNvPr id="63" name="Oval 3">
            <a:extLst>
              <a:ext uri="{FF2B5EF4-FFF2-40B4-BE49-F238E27FC236}">
                <a16:creationId xmlns:a16="http://schemas.microsoft.com/office/drawing/2014/main" id="{C2204229-16F7-3F42-5E32-FACC091FF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875" y="4841377"/>
            <a:ext cx="2204488" cy="410651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800" i="1" dirty="0">
                <a:solidFill>
                  <a:srgbClr val="FF0000"/>
                </a:solidFill>
              </a:rPr>
              <a:t>u</a:t>
            </a:r>
            <a:r>
              <a:rPr lang="en-GB" altLang="en-US" sz="1800" i="1" baseline="-25000" dirty="0">
                <a:solidFill>
                  <a:srgbClr val="FF0000"/>
                </a:solidFill>
              </a:rPr>
              <a:t>22</a:t>
            </a:r>
            <a:r>
              <a:rPr lang="en-GB" altLang="en-US" sz="1800" dirty="0">
                <a:solidFill>
                  <a:srgbClr val="FF0000"/>
                </a:solidFill>
              </a:rPr>
              <a:t> </a:t>
            </a:r>
            <a:r>
              <a:rPr lang="en-GB" altLang="en-US" sz="1800" i="1" dirty="0">
                <a:solidFill>
                  <a:srgbClr val="FF0000"/>
                </a:solidFill>
              </a:rPr>
              <a:t>=40%</a:t>
            </a:r>
            <a:endParaRPr lang="en-GB" altLang="en-US" sz="1800" i="1" baseline="-25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Oval 3">
                <a:extLst>
                  <a:ext uri="{FF2B5EF4-FFF2-40B4-BE49-F238E27FC236}">
                    <a16:creationId xmlns:a16="http://schemas.microsoft.com/office/drawing/2014/main" id="{24071999-6F0A-AD34-50E1-3097499BAA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06445" y="4247620"/>
                <a:ext cx="2259641" cy="477245"/>
              </a:xfrm>
              <a:prstGeom prst="ellipse">
                <a:avLst/>
              </a:prstGeom>
              <a:solidFill>
                <a:schemeClr val="bg1"/>
              </a:solidFill>
              <a:ln w="25400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ctr" anchorCtr="0"/>
              <a:lstStyle>
                <a:lvl1pPr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GB" altLang="en-US" sz="1800" i="1" dirty="0">
                    <a:solidFill>
                      <a:srgbClr val="FF0000"/>
                    </a:solidFill>
                  </a:rPr>
                  <a:t>(a</a:t>
                </a:r>
                <a:r>
                  <a:rPr lang="en-GB" altLang="en-US" sz="1800" i="1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en-GB" altLang="en-US" sz="1800" dirty="0">
                    <a:solidFill>
                      <a:srgbClr val="FF0000"/>
                    </a:solidFill>
                  </a:rPr>
                  <a:t>) = 43%</a:t>
                </a:r>
                <a:endParaRPr lang="en-GB" altLang="en-US" sz="1800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0" name="Oval 3">
                <a:extLst>
                  <a:ext uri="{FF2B5EF4-FFF2-40B4-BE49-F238E27FC236}">
                    <a16:creationId xmlns:a16="http://schemas.microsoft.com/office/drawing/2014/main" id="{24071999-6F0A-AD34-50E1-3097499BAA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06445" y="4247620"/>
                <a:ext cx="2259641" cy="477245"/>
              </a:xfrm>
              <a:prstGeom prst="ellipse">
                <a:avLst/>
              </a:prstGeom>
              <a:blipFill>
                <a:blip r:embed="rId4"/>
                <a:stretch>
                  <a:fillRect b="-7500"/>
                </a:stretch>
              </a:blipFill>
              <a:ln w="25400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ight Brace 70">
            <a:extLst>
              <a:ext uri="{FF2B5EF4-FFF2-40B4-BE49-F238E27FC236}">
                <a16:creationId xmlns:a16="http://schemas.microsoft.com/office/drawing/2014/main" id="{EB7DDD70-B274-3C28-A8F1-80ABB4507B0B}"/>
              </a:ext>
            </a:extLst>
          </p:cNvPr>
          <p:cNvSpPr/>
          <p:nvPr/>
        </p:nvSpPr>
        <p:spPr bwMode="auto">
          <a:xfrm>
            <a:off x="6007360" y="1473200"/>
            <a:ext cx="316089" cy="1797119"/>
          </a:xfrm>
          <a:prstGeom prst="rightBrac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2" name="Right Brace 71">
            <a:extLst>
              <a:ext uri="{FF2B5EF4-FFF2-40B4-BE49-F238E27FC236}">
                <a16:creationId xmlns:a16="http://schemas.microsoft.com/office/drawing/2014/main" id="{F1A82218-B552-BD9F-44CD-38ACA04035B2}"/>
              </a:ext>
            </a:extLst>
          </p:cNvPr>
          <p:cNvSpPr/>
          <p:nvPr/>
        </p:nvSpPr>
        <p:spPr bwMode="auto">
          <a:xfrm>
            <a:off x="6007360" y="3587682"/>
            <a:ext cx="316089" cy="1797119"/>
          </a:xfrm>
          <a:prstGeom prst="rightBrac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492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E2A2B-EE9E-724E-3F43-2D6800D5C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BECE5-4C66-A5EB-38E7-738E8CC26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decisions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B092BCE-EAB4-2E0E-C601-5417EB790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423" y="4147514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BAA63C-4208-18FD-B65A-F3EA12644822}"/>
              </a:ext>
            </a:extLst>
          </p:cNvPr>
          <p:cNvSpPr txBox="1"/>
          <p:nvPr/>
        </p:nvSpPr>
        <p:spPr>
          <a:xfrm>
            <a:off x="582239" y="3135491"/>
            <a:ext cx="415322" cy="43088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i="1" dirty="0">
                <a:solidFill>
                  <a:schemeClr val="accent2"/>
                </a:solidFill>
              </a:rPr>
              <a:t>a</a:t>
            </a:r>
          </a:p>
        </p:txBody>
      </p:sp>
      <p:cxnSp>
        <p:nvCxnSpPr>
          <p:cNvPr id="10" name="Straight Arrow Connector 6">
            <a:extLst>
              <a:ext uri="{FF2B5EF4-FFF2-40B4-BE49-F238E27FC236}">
                <a16:creationId xmlns:a16="http://schemas.microsoft.com/office/drawing/2014/main" id="{7393BF38-A429-08DE-BEBD-EE73473A342C}"/>
              </a:ext>
            </a:extLst>
          </p:cNvPr>
          <p:cNvCxnSpPr>
            <a:cxnSpLocks noChangeShapeType="1"/>
            <a:endCxn id="15" idx="3"/>
          </p:cNvCxnSpPr>
          <p:nvPr/>
        </p:nvCxnSpPr>
        <p:spPr bwMode="auto">
          <a:xfrm flipV="1">
            <a:off x="997561" y="2555615"/>
            <a:ext cx="963120" cy="57987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94B1236F-DBB5-6C1C-F3B1-8AD658CEE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423" y="2178788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 dirty="0"/>
              <a:t>x</a:t>
            </a:r>
          </a:p>
        </p:txBody>
      </p:sp>
      <p:cxnSp>
        <p:nvCxnSpPr>
          <p:cNvPr id="18" name="Straight Arrow Connector 6">
            <a:extLst>
              <a:ext uri="{FF2B5EF4-FFF2-40B4-BE49-F238E27FC236}">
                <a16:creationId xmlns:a16="http://schemas.microsoft.com/office/drawing/2014/main" id="{49E06660-022F-DCE9-6688-B0ADB5FFF1FD}"/>
              </a:ext>
            </a:extLst>
          </p:cNvPr>
          <p:cNvCxnSpPr>
            <a:cxnSpLocks noChangeShapeType="1"/>
            <a:endCxn id="4" idx="1"/>
          </p:cNvCxnSpPr>
          <p:nvPr/>
        </p:nvCxnSpPr>
        <p:spPr bwMode="auto">
          <a:xfrm>
            <a:off x="997561" y="3566378"/>
            <a:ext cx="963120" cy="64578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21" name="Straight Arrow Connector 6">
            <a:extLst>
              <a:ext uri="{FF2B5EF4-FFF2-40B4-BE49-F238E27FC236}">
                <a16:creationId xmlns:a16="http://schemas.microsoft.com/office/drawing/2014/main" id="{68127501-014B-9EE1-E2DA-8A3E6859C435}"/>
              </a:ext>
            </a:extLst>
          </p:cNvPr>
          <p:cNvCxnSpPr>
            <a:cxnSpLocks noChangeShapeType="1"/>
            <a:stCxn id="15" idx="7"/>
          </p:cNvCxnSpPr>
          <p:nvPr/>
        </p:nvCxnSpPr>
        <p:spPr bwMode="auto">
          <a:xfrm flipV="1">
            <a:off x="2304745" y="1744577"/>
            <a:ext cx="1415131" cy="49886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" name="Straight Arrow Connector 6">
            <a:extLst>
              <a:ext uri="{FF2B5EF4-FFF2-40B4-BE49-F238E27FC236}">
                <a16:creationId xmlns:a16="http://schemas.microsoft.com/office/drawing/2014/main" id="{5F9E8799-189A-FBE4-EF29-7AA77E1D1BE3}"/>
              </a:ext>
            </a:extLst>
          </p:cNvPr>
          <p:cNvCxnSpPr>
            <a:cxnSpLocks noChangeShapeType="1"/>
            <a:stCxn id="15" idx="5"/>
          </p:cNvCxnSpPr>
          <p:nvPr/>
        </p:nvCxnSpPr>
        <p:spPr bwMode="auto">
          <a:xfrm>
            <a:off x="2304745" y="2555615"/>
            <a:ext cx="1415129" cy="47724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1" name="Straight Arrow Connector 6">
            <a:extLst>
              <a:ext uri="{FF2B5EF4-FFF2-40B4-BE49-F238E27FC236}">
                <a16:creationId xmlns:a16="http://schemas.microsoft.com/office/drawing/2014/main" id="{C4F1B3EB-1C81-BF3A-D135-8BEEDBE09991}"/>
              </a:ext>
            </a:extLst>
          </p:cNvPr>
          <p:cNvCxnSpPr>
            <a:cxnSpLocks noChangeShapeType="1"/>
            <a:stCxn id="4" idx="7"/>
          </p:cNvCxnSpPr>
          <p:nvPr/>
        </p:nvCxnSpPr>
        <p:spPr bwMode="auto">
          <a:xfrm flipV="1">
            <a:off x="2304745" y="3888236"/>
            <a:ext cx="1415130" cy="323931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2" name="Straight Arrow Connector 6">
            <a:extLst>
              <a:ext uri="{FF2B5EF4-FFF2-40B4-BE49-F238E27FC236}">
                <a16:creationId xmlns:a16="http://schemas.microsoft.com/office/drawing/2014/main" id="{2024958C-5200-BE31-38C0-68967B73C013}"/>
              </a:ext>
            </a:extLst>
          </p:cNvPr>
          <p:cNvCxnSpPr>
            <a:cxnSpLocks noChangeShapeType="1"/>
            <a:stCxn id="4" idx="5"/>
          </p:cNvCxnSpPr>
          <p:nvPr/>
        </p:nvCxnSpPr>
        <p:spPr bwMode="auto">
          <a:xfrm>
            <a:off x="2304745" y="4524341"/>
            <a:ext cx="1415130" cy="522362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0442CBF-41FA-72CC-C23B-3EBA50BBFBEF}"/>
              </a:ext>
            </a:extLst>
          </p:cNvPr>
          <p:cNvSpPr txBox="1"/>
          <p:nvPr/>
        </p:nvSpPr>
        <p:spPr>
          <a:xfrm rot="2042311">
            <a:off x="804529" y="3817336"/>
            <a:ext cx="1175203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schemeClr val="accent2"/>
                </a:solidFill>
              </a:rPr>
              <a:t>Thin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E80CFE-AC3B-CA79-DA12-F5A0FC48BDB0}"/>
              </a:ext>
            </a:extLst>
          </p:cNvPr>
          <p:cNvSpPr txBox="1"/>
          <p:nvPr/>
        </p:nvSpPr>
        <p:spPr>
          <a:xfrm rot="19730329">
            <a:off x="818911" y="2590077"/>
            <a:ext cx="1175203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schemeClr val="accent2"/>
                </a:solidFill>
              </a:rPr>
              <a:t>No thin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7C8B93-52DA-A644-945C-136A48CB49A1}"/>
              </a:ext>
            </a:extLst>
          </p:cNvPr>
          <p:cNvSpPr txBox="1"/>
          <p:nvPr/>
        </p:nvSpPr>
        <p:spPr>
          <a:xfrm rot="20491085">
            <a:off x="2344103" y="1727135"/>
            <a:ext cx="1175203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/>
              <a:t>No beetles</a:t>
            </a:r>
          </a:p>
          <a:p>
            <a:pPr algn="ctr"/>
            <a:r>
              <a:rPr lang="en-US" sz="1600" b="0" dirty="0"/>
              <a:t>p=0.3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E8CDA65-4331-A72B-04D0-31DE70C9EEB8}"/>
              </a:ext>
            </a:extLst>
          </p:cNvPr>
          <p:cNvSpPr txBox="1"/>
          <p:nvPr/>
        </p:nvSpPr>
        <p:spPr>
          <a:xfrm rot="1151587">
            <a:off x="2439465" y="2508620"/>
            <a:ext cx="1175203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/>
              <a:t>Beetles</a:t>
            </a:r>
          </a:p>
          <a:p>
            <a:pPr algn="ctr"/>
            <a:r>
              <a:rPr lang="en-US" sz="1600" b="0" dirty="0"/>
              <a:t>p=0.7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A4F1487-E72A-1774-BD66-4BD71A25EBC8}"/>
              </a:ext>
            </a:extLst>
          </p:cNvPr>
          <p:cNvSpPr txBox="1"/>
          <p:nvPr/>
        </p:nvSpPr>
        <p:spPr>
          <a:xfrm rot="20910504">
            <a:off x="2329539" y="3772408"/>
            <a:ext cx="1175203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/>
              <a:t>No beetles</a:t>
            </a:r>
          </a:p>
          <a:p>
            <a:pPr algn="ctr"/>
            <a:r>
              <a:rPr lang="en-US" sz="1600" b="0" dirty="0"/>
              <a:t>p=0.3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EFBA7F-F7B0-245E-CA64-475D8FBEEC41}"/>
              </a:ext>
            </a:extLst>
          </p:cNvPr>
          <p:cNvSpPr txBox="1"/>
          <p:nvPr/>
        </p:nvSpPr>
        <p:spPr>
          <a:xfrm rot="1188820">
            <a:off x="2425196" y="4500915"/>
            <a:ext cx="1175203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/>
              <a:t>Beetles</a:t>
            </a:r>
          </a:p>
          <a:p>
            <a:pPr algn="ctr"/>
            <a:r>
              <a:rPr lang="en-US" sz="1600" b="0" dirty="0"/>
              <a:t>p=0.7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D54527-D4F9-044E-93F9-D511566A05F7}"/>
              </a:ext>
            </a:extLst>
          </p:cNvPr>
          <p:cNvSpPr txBox="1"/>
          <p:nvPr/>
        </p:nvSpPr>
        <p:spPr>
          <a:xfrm>
            <a:off x="3732874" y="1526478"/>
            <a:ext cx="444259" cy="43619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2200" i="1" dirty="0">
              <a:solidFill>
                <a:schemeClr val="accent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B9071C-7E20-650F-20F7-2F21F955A0E9}"/>
              </a:ext>
            </a:extLst>
          </p:cNvPr>
          <p:cNvSpPr txBox="1"/>
          <p:nvPr/>
        </p:nvSpPr>
        <p:spPr>
          <a:xfrm>
            <a:off x="3722728" y="2801007"/>
            <a:ext cx="444259" cy="43619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2200" i="1" dirty="0">
              <a:solidFill>
                <a:schemeClr val="accent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70E91B-C6FD-4EFF-CF48-8988C291B142}"/>
              </a:ext>
            </a:extLst>
          </p:cNvPr>
          <p:cNvSpPr txBox="1"/>
          <p:nvPr/>
        </p:nvSpPr>
        <p:spPr>
          <a:xfrm>
            <a:off x="3732875" y="4809589"/>
            <a:ext cx="444259" cy="43619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2200" i="1" dirty="0">
              <a:solidFill>
                <a:schemeClr val="accent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A72084-4874-65E3-A8F2-A85254B49658}"/>
              </a:ext>
            </a:extLst>
          </p:cNvPr>
          <p:cNvSpPr txBox="1"/>
          <p:nvPr/>
        </p:nvSpPr>
        <p:spPr>
          <a:xfrm>
            <a:off x="3722728" y="3661204"/>
            <a:ext cx="444259" cy="43619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2200" i="1" dirty="0">
              <a:solidFill>
                <a:schemeClr val="accent2"/>
              </a:solidFill>
            </a:endParaRPr>
          </a:p>
        </p:txBody>
      </p:sp>
      <p:cxnSp>
        <p:nvCxnSpPr>
          <p:cNvPr id="12" name="Straight Arrow Connector 6">
            <a:extLst>
              <a:ext uri="{FF2B5EF4-FFF2-40B4-BE49-F238E27FC236}">
                <a16:creationId xmlns:a16="http://schemas.microsoft.com/office/drawing/2014/main" id="{71C49E6A-2783-EDD8-0FCA-709434D7866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190131" y="1381910"/>
            <a:ext cx="963120" cy="36266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13" name="Straight Arrow Connector 6">
            <a:extLst>
              <a:ext uri="{FF2B5EF4-FFF2-40B4-BE49-F238E27FC236}">
                <a16:creationId xmlns:a16="http://schemas.microsoft.com/office/drawing/2014/main" id="{7DF530E2-DAC8-E0FE-4610-EC51EED22C9D}"/>
              </a:ext>
            </a:extLst>
          </p:cNvPr>
          <p:cNvCxnSpPr>
            <a:cxnSpLocks noChangeShapeType="1"/>
            <a:stCxn id="5" idx="3"/>
          </p:cNvCxnSpPr>
          <p:nvPr/>
        </p:nvCxnSpPr>
        <p:spPr bwMode="auto">
          <a:xfrm flipV="1">
            <a:off x="4177133" y="1727243"/>
            <a:ext cx="976118" cy="17334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14" name="Straight Arrow Connector 6">
            <a:extLst>
              <a:ext uri="{FF2B5EF4-FFF2-40B4-BE49-F238E27FC236}">
                <a16:creationId xmlns:a16="http://schemas.microsoft.com/office/drawing/2014/main" id="{CCE1DAB7-F6D6-3258-E62B-B462C95F8498}"/>
              </a:ext>
            </a:extLst>
          </p:cNvPr>
          <p:cNvCxnSpPr>
            <a:cxnSpLocks noChangeShapeType="1"/>
            <a:stCxn id="5" idx="3"/>
          </p:cNvCxnSpPr>
          <p:nvPr/>
        </p:nvCxnSpPr>
        <p:spPr bwMode="auto">
          <a:xfrm>
            <a:off x="4177133" y="1744577"/>
            <a:ext cx="976118" cy="345333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35" name="Straight Arrow Connector 6">
            <a:extLst>
              <a:ext uri="{FF2B5EF4-FFF2-40B4-BE49-F238E27FC236}">
                <a16:creationId xmlns:a16="http://schemas.microsoft.com/office/drawing/2014/main" id="{7A24C4A0-3D8F-766C-8CE4-C2909A06B42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185779" y="2657719"/>
            <a:ext cx="963120" cy="36266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36" name="Straight Arrow Connector 6">
            <a:extLst>
              <a:ext uri="{FF2B5EF4-FFF2-40B4-BE49-F238E27FC236}">
                <a16:creationId xmlns:a16="http://schemas.microsoft.com/office/drawing/2014/main" id="{2A90145D-6310-B9D2-6BFB-9B97EFCAE65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172781" y="3003052"/>
            <a:ext cx="976118" cy="17334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37" name="Straight Arrow Connector 6">
            <a:extLst>
              <a:ext uri="{FF2B5EF4-FFF2-40B4-BE49-F238E27FC236}">
                <a16:creationId xmlns:a16="http://schemas.microsoft.com/office/drawing/2014/main" id="{DCE9240E-0847-9EE3-F208-25006DD6DFD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72781" y="3020386"/>
            <a:ext cx="976118" cy="345333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38" name="Straight Arrow Connector 6">
            <a:extLst>
              <a:ext uri="{FF2B5EF4-FFF2-40B4-BE49-F238E27FC236}">
                <a16:creationId xmlns:a16="http://schemas.microsoft.com/office/drawing/2014/main" id="{EEDD786F-2C1D-803E-EFFF-C4FED738284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181427" y="3515516"/>
            <a:ext cx="963120" cy="36266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39" name="Straight Arrow Connector 6">
            <a:extLst>
              <a:ext uri="{FF2B5EF4-FFF2-40B4-BE49-F238E27FC236}">
                <a16:creationId xmlns:a16="http://schemas.microsoft.com/office/drawing/2014/main" id="{59CD129C-9020-7494-DD9A-7A4156FBE4B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168429" y="3860849"/>
            <a:ext cx="976118" cy="17334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40" name="Straight Arrow Connector 6">
            <a:extLst>
              <a:ext uri="{FF2B5EF4-FFF2-40B4-BE49-F238E27FC236}">
                <a16:creationId xmlns:a16="http://schemas.microsoft.com/office/drawing/2014/main" id="{07412EB7-492D-BE0A-D621-22E2E8ED0F3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68429" y="3878183"/>
            <a:ext cx="976118" cy="345333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44" name="Straight Arrow Connector 6">
            <a:extLst>
              <a:ext uri="{FF2B5EF4-FFF2-40B4-BE49-F238E27FC236}">
                <a16:creationId xmlns:a16="http://schemas.microsoft.com/office/drawing/2014/main" id="{1AF986BD-810D-4E1D-AA5F-DDEEDF337C0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192316" y="4662868"/>
            <a:ext cx="963120" cy="36266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45" name="Straight Arrow Connector 6">
            <a:extLst>
              <a:ext uri="{FF2B5EF4-FFF2-40B4-BE49-F238E27FC236}">
                <a16:creationId xmlns:a16="http://schemas.microsoft.com/office/drawing/2014/main" id="{3EF156FC-947C-EE18-2F91-730A2C94418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179318" y="5008201"/>
            <a:ext cx="976118" cy="17334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46" name="Straight Arrow Connector 6">
            <a:extLst>
              <a:ext uri="{FF2B5EF4-FFF2-40B4-BE49-F238E27FC236}">
                <a16:creationId xmlns:a16="http://schemas.microsoft.com/office/drawing/2014/main" id="{BE7A51B0-C585-91A8-DDDC-2EB487EA5FC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79318" y="5025535"/>
            <a:ext cx="976118" cy="345333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73902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9467F-5CB4-8134-E31E-684534621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DCEC5-E493-589A-F747-0F7240A36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400" dirty="0"/>
              <a:t>Graphical models: From PRA to BDT</a:t>
            </a:r>
            <a:endParaRPr lang="en-GB" dirty="0"/>
          </a:p>
        </p:txBody>
      </p:sp>
      <p:sp>
        <p:nvSpPr>
          <p:cNvPr id="18436" name="Oval 3">
            <a:extLst>
              <a:ext uri="{FF2B5EF4-FFF2-40B4-BE49-F238E27FC236}">
                <a16:creationId xmlns:a16="http://schemas.microsoft.com/office/drawing/2014/main" id="{92D66E47-4FB3-B064-FF4E-668F1853C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826" y="3523605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z</a:t>
            </a:r>
          </a:p>
        </p:txBody>
      </p:sp>
      <p:sp>
        <p:nvSpPr>
          <p:cNvPr id="28" name="Oval 3">
            <a:extLst>
              <a:ext uri="{FF2B5EF4-FFF2-40B4-BE49-F238E27FC236}">
                <a16:creationId xmlns:a16="http://schemas.microsoft.com/office/drawing/2014/main" id="{678AA711-0FFF-1B3F-C712-DADA9352F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826" y="4875809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x</a:t>
            </a:r>
          </a:p>
        </p:txBody>
      </p:sp>
      <p:cxnSp>
        <p:nvCxnSpPr>
          <p:cNvPr id="32" name="Straight Arrow Connector 6">
            <a:extLst>
              <a:ext uri="{FF2B5EF4-FFF2-40B4-BE49-F238E27FC236}">
                <a16:creationId xmlns:a16="http://schemas.microsoft.com/office/drawing/2014/main" id="{AB148E7B-FF57-307F-2F1A-05434FF0D243}"/>
              </a:ext>
            </a:extLst>
          </p:cNvPr>
          <p:cNvCxnSpPr>
            <a:cxnSpLocks noChangeShapeType="1"/>
            <a:stCxn id="28" idx="0"/>
            <a:endCxn id="18436" idx="4"/>
          </p:cNvCxnSpPr>
          <p:nvPr/>
        </p:nvCxnSpPr>
        <p:spPr bwMode="auto">
          <a:xfrm flipV="1">
            <a:off x="880116" y="3965085"/>
            <a:ext cx="0" cy="91072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4" name="Oval 3">
            <a:extLst>
              <a:ext uri="{FF2B5EF4-FFF2-40B4-BE49-F238E27FC236}">
                <a16:creationId xmlns:a16="http://schemas.microsoft.com/office/drawing/2014/main" id="{8D354B3F-41D8-B8A7-6A82-1B6CA6A5C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199" y="3523605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z</a:t>
            </a:r>
          </a:p>
        </p:txBody>
      </p:sp>
      <p:sp>
        <p:nvSpPr>
          <p:cNvPr id="15" name="Oval 3">
            <a:extLst>
              <a:ext uri="{FF2B5EF4-FFF2-40B4-BE49-F238E27FC236}">
                <a16:creationId xmlns:a16="http://schemas.microsoft.com/office/drawing/2014/main" id="{FCBF4BA3-5FDB-72B5-FD6D-E3A9DBD87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199" y="4875809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x</a:t>
            </a:r>
          </a:p>
        </p:txBody>
      </p:sp>
      <p:cxnSp>
        <p:nvCxnSpPr>
          <p:cNvPr id="16" name="Straight Arrow Connector 6">
            <a:extLst>
              <a:ext uri="{FF2B5EF4-FFF2-40B4-BE49-F238E27FC236}">
                <a16:creationId xmlns:a16="http://schemas.microsoft.com/office/drawing/2014/main" id="{CD661A84-F800-2669-F24C-5A3D2BE157EC}"/>
              </a:ext>
            </a:extLst>
          </p:cNvPr>
          <p:cNvCxnSpPr>
            <a:cxnSpLocks noChangeShapeType="1"/>
            <a:stCxn id="15" idx="0"/>
            <a:endCxn id="14" idx="4"/>
          </p:cNvCxnSpPr>
          <p:nvPr/>
        </p:nvCxnSpPr>
        <p:spPr bwMode="auto">
          <a:xfrm flipV="1">
            <a:off x="3035489" y="3965085"/>
            <a:ext cx="0" cy="91072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1CD6998-C751-CCA9-67C3-E2C22453B5AA}"/>
              </a:ext>
            </a:extLst>
          </p:cNvPr>
          <p:cNvSpPr txBox="1"/>
          <p:nvPr/>
        </p:nvSpPr>
        <p:spPr>
          <a:xfrm>
            <a:off x="1937992" y="4886402"/>
            <a:ext cx="415322" cy="43088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i="1" dirty="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19" name="Oval 3">
            <a:extLst>
              <a:ext uri="{FF2B5EF4-FFF2-40B4-BE49-F238E27FC236}">
                <a16:creationId xmlns:a16="http://schemas.microsoft.com/office/drawing/2014/main" id="{F524EEF9-8443-81F1-0A45-7704363AE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199" y="2198956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 dirty="0">
                <a:solidFill>
                  <a:schemeClr val="accent2"/>
                </a:solidFill>
              </a:rPr>
              <a:t>u</a:t>
            </a:r>
          </a:p>
        </p:txBody>
      </p:sp>
      <p:cxnSp>
        <p:nvCxnSpPr>
          <p:cNvPr id="3" name="Straight Arrow Connector 6">
            <a:extLst>
              <a:ext uri="{FF2B5EF4-FFF2-40B4-BE49-F238E27FC236}">
                <a16:creationId xmlns:a16="http://schemas.microsoft.com/office/drawing/2014/main" id="{BE10CBBF-A04A-06F3-1807-921073D7B8DA}"/>
              </a:ext>
            </a:extLst>
          </p:cNvPr>
          <p:cNvCxnSpPr>
            <a:cxnSpLocks noChangeShapeType="1"/>
            <a:endCxn id="14" idx="3"/>
          </p:cNvCxnSpPr>
          <p:nvPr/>
        </p:nvCxnSpPr>
        <p:spPr bwMode="auto">
          <a:xfrm flipV="1">
            <a:off x="2353314" y="3900432"/>
            <a:ext cx="510143" cy="975377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D5E3278-5F59-0700-F57E-0CF4442C4DA7}"/>
              </a:ext>
            </a:extLst>
          </p:cNvPr>
          <p:cNvCxnSpPr>
            <a:cxnSpLocks noChangeShapeType="1"/>
            <a:stCxn id="14" idx="0"/>
            <a:endCxn id="19" idx="4"/>
          </p:cNvCxnSpPr>
          <p:nvPr/>
        </p:nvCxnSpPr>
        <p:spPr bwMode="auto">
          <a:xfrm flipV="1">
            <a:off x="3035489" y="2640436"/>
            <a:ext cx="0" cy="88316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11" name="Straight Arrow Connector 6">
            <a:extLst>
              <a:ext uri="{FF2B5EF4-FFF2-40B4-BE49-F238E27FC236}">
                <a16:creationId xmlns:a16="http://schemas.microsoft.com/office/drawing/2014/main" id="{1B21E321-C14F-7D3F-EDC0-C1A4D267041F}"/>
              </a:ext>
            </a:extLst>
          </p:cNvPr>
          <p:cNvCxnSpPr>
            <a:cxnSpLocks noChangeShapeType="1"/>
            <a:stCxn id="18" idx="0"/>
            <a:endCxn id="19" idx="3"/>
          </p:cNvCxnSpPr>
          <p:nvPr/>
        </p:nvCxnSpPr>
        <p:spPr bwMode="auto">
          <a:xfrm flipV="1">
            <a:off x="2145653" y="2575783"/>
            <a:ext cx="717804" cy="231061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17" name="Oval 3">
            <a:extLst>
              <a:ext uri="{FF2B5EF4-FFF2-40B4-BE49-F238E27FC236}">
                <a16:creationId xmlns:a16="http://schemas.microsoft.com/office/drawing/2014/main" id="{0E6936D0-8538-0C80-1EF1-BB909912C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0564" y="3523605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z</a:t>
            </a:r>
          </a:p>
        </p:txBody>
      </p:sp>
      <p:sp>
        <p:nvSpPr>
          <p:cNvPr id="20" name="Oval 3">
            <a:extLst>
              <a:ext uri="{FF2B5EF4-FFF2-40B4-BE49-F238E27FC236}">
                <a16:creationId xmlns:a16="http://schemas.microsoft.com/office/drawing/2014/main" id="{FD0BBC1D-1CC8-1306-3863-DBDC6F674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0564" y="4875809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x</a:t>
            </a:r>
          </a:p>
        </p:txBody>
      </p:sp>
      <p:cxnSp>
        <p:nvCxnSpPr>
          <p:cNvPr id="21" name="Straight Arrow Connector 6">
            <a:extLst>
              <a:ext uri="{FF2B5EF4-FFF2-40B4-BE49-F238E27FC236}">
                <a16:creationId xmlns:a16="http://schemas.microsoft.com/office/drawing/2014/main" id="{3765909A-0AC4-6E91-9538-632ED243855E}"/>
              </a:ext>
            </a:extLst>
          </p:cNvPr>
          <p:cNvCxnSpPr>
            <a:cxnSpLocks noChangeShapeType="1"/>
            <a:stCxn id="20" idx="0"/>
            <a:endCxn id="17" idx="4"/>
          </p:cNvCxnSpPr>
          <p:nvPr/>
        </p:nvCxnSpPr>
        <p:spPr bwMode="auto">
          <a:xfrm flipV="1">
            <a:off x="5153854" y="3965085"/>
            <a:ext cx="0" cy="91072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6D751AC-CFF7-0680-1D51-D271455E9EFB}"/>
              </a:ext>
            </a:extLst>
          </p:cNvPr>
          <p:cNvSpPr txBox="1"/>
          <p:nvPr/>
        </p:nvSpPr>
        <p:spPr>
          <a:xfrm>
            <a:off x="4056357" y="4886402"/>
            <a:ext cx="415322" cy="43088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i="1" dirty="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23" name="Oval 3">
            <a:extLst>
              <a:ext uri="{FF2B5EF4-FFF2-40B4-BE49-F238E27FC236}">
                <a16:creationId xmlns:a16="http://schemas.microsoft.com/office/drawing/2014/main" id="{6DFD170A-06A3-F677-D213-3B7443C22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618" y="1195870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 dirty="0">
                <a:solidFill>
                  <a:schemeClr val="accent2"/>
                </a:solidFill>
              </a:rPr>
              <a:t>u</a:t>
            </a:r>
          </a:p>
        </p:txBody>
      </p:sp>
      <p:cxnSp>
        <p:nvCxnSpPr>
          <p:cNvPr id="24" name="Straight Arrow Connector 6">
            <a:extLst>
              <a:ext uri="{FF2B5EF4-FFF2-40B4-BE49-F238E27FC236}">
                <a16:creationId xmlns:a16="http://schemas.microsoft.com/office/drawing/2014/main" id="{2D3E76C1-FFFE-582F-9820-75E3E440E97D}"/>
              </a:ext>
            </a:extLst>
          </p:cNvPr>
          <p:cNvCxnSpPr>
            <a:cxnSpLocks noChangeShapeType="1"/>
            <a:endCxn id="17" idx="3"/>
          </p:cNvCxnSpPr>
          <p:nvPr/>
        </p:nvCxnSpPr>
        <p:spPr bwMode="auto">
          <a:xfrm flipV="1">
            <a:off x="4471679" y="3900432"/>
            <a:ext cx="510143" cy="975377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014484-0984-47E2-038D-4DAD58C9F371}"/>
              </a:ext>
            </a:extLst>
          </p:cNvPr>
          <p:cNvCxnSpPr>
            <a:cxnSpLocks noChangeShapeType="1"/>
            <a:stCxn id="17" idx="0"/>
            <a:endCxn id="34" idx="4"/>
          </p:cNvCxnSpPr>
          <p:nvPr/>
        </p:nvCxnSpPr>
        <p:spPr bwMode="auto">
          <a:xfrm flipV="1">
            <a:off x="5153854" y="2636159"/>
            <a:ext cx="0" cy="88744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26" name="Straight Arrow Connector 6">
            <a:extLst>
              <a:ext uri="{FF2B5EF4-FFF2-40B4-BE49-F238E27FC236}">
                <a16:creationId xmlns:a16="http://schemas.microsoft.com/office/drawing/2014/main" id="{2D874B01-5F9E-DA7B-F60E-BABB68583931}"/>
              </a:ext>
            </a:extLst>
          </p:cNvPr>
          <p:cNvCxnSpPr>
            <a:cxnSpLocks noChangeShapeType="1"/>
            <a:stCxn id="22" idx="0"/>
            <a:endCxn id="35" idx="4"/>
          </p:cNvCxnSpPr>
          <p:nvPr/>
        </p:nvCxnSpPr>
        <p:spPr bwMode="auto">
          <a:xfrm flipH="1" flipV="1">
            <a:off x="4248125" y="2640436"/>
            <a:ext cx="15893" cy="224596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34" name="Oval 3">
            <a:extLst>
              <a:ext uri="{FF2B5EF4-FFF2-40B4-BE49-F238E27FC236}">
                <a16:creationId xmlns:a16="http://schemas.microsoft.com/office/drawing/2014/main" id="{776309C2-4720-001C-DB14-6D4A5CE1E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908" y="2194679"/>
            <a:ext cx="987891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lIns="0" rIns="0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600" i="1" dirty="0">
                <a:solidFill>
                  <a:schemeClr val="accent2"/>
                </a:solidFill>
              </a:rPr>
              <a:t>benefit</a:t>
            </a:r>
          </a:p>
        </p:txBody>
      </p:sp>
      <p:sp>
        <p:nvSpPr>
          <p:cNvPr id="35" name="Oval 3">
            <a:extLst>
              <a:ext uri="{FF2B5EF4-FFF2-40B4-BE49-F238E27FC236}">
                <a16:creationId xmlns:a16="http://schemas.microsoft.com/office/drawing/2014/main" id="{C26739E6-443B-3DA9-B55C-6B4862248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847" y="2198956"/>
            <a:ext cx="608556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lIns="0" rIns="0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600" i="1" dirty="0">
                <a:solidFill>
                  <a:schemeClr val="accent2"/>
                </a:solidFill>
              </a:rPr>
              <a:t>cost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CCA6F09-7E8E-DE41-77B6-274D197ECB9B}"/>
              </a:ext>
            </a:extLst>
          </p:cNvPr>
          <p:cNvCxnSpPr>
            <a:cxnSpLocks noChangeShapeType="1"/>
            <a:stCxn id="34" idx="0"/>
            <a:endCxn id="23" idx="5"/>
          </p:cNvCxnSpPr>
          <p:nvPr/>
        </p:nvCxnSpPr>
        <p:spPr bwMode="auto">
          <a:xfrm flipH="1" flipV="1">
            <a:off x="4831940" y="1572697"/>
            <a:ext cx="321914" cy="621982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E022747-7D1D-5822-424B-EDA463AE3620}"/>
              </a:ext>
            </a:extLst>
          </p:cNvPr>
          <p:cNvCxnSpPr>
            <a:cxnSpLocks noChangeShapeType="1"/>
            <a:stCxn id="35" idx="0"/>
            <a:endCxn id="23" idx="3"/>
          </p:cNvCxnSpPr>
          <p:nvPr/>
        </p:nvCxnSpPr>
        <p:spPr bwMode="auto">
          <a:xfrm flipV="1">
            <a:off x="4248125" y="1572697"/>
            <a:ext cx="239751" cy="62625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51" name="Oval 3">
            <a:extLst>
              <a:ext uri="{FF2B5EF4-FFF2-40B4-BE49-F238E27FC236}">
                <a16:creationId xmlns:a16="http://schemas.microsoft.com/office/drawing/2014/main" id="{449CDCCE-5519-BE54-44B2-29DE92808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1792" y="3525784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z</a:t>
            </a:r>
          </a:p>
        </p:txBody>
      </p:sp>
      <p:sp>
        <p:nvSpPr>
          <p:cNvPr id="52" name="Oval 3">
            <a:extLst>
              <a:ext uri="{FF2B5EF4-FFF2-40B4-BE49-F238E27FC236}">
                <a16:creationId xmlns:a16="http://schemas.microsoft.com/office/drawing/2014/main" id="{D23EBF55-A841-A83C-779B-82FAF9A40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1792" y="4877988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x</a:t>
            </a:r>
          </a:p>
        </p:txBody>
      </p:sp>
      <p:cxnSp>
        <p:nvCxnSpPr>
          <p:cNvPr id="53" name="Straight Arrow Connector 6">
            <a:extLst>
              <a:ext uri="{FF2B5EF4-FFF2-40B4-BE49-F238E27FC236}">
                <a16:creationId xmlns:a16="http://schemas.microsoft.com/office/drawing/2014/main" id="{B5457661-730E-EFFD-48AB-159B821DD312}"/>
              </a:ext>
            </a:extLst>
          </p:cNvPr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7455082" y="3967264"/>
            <a:ext cx="0" cy="91072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959EAE2-0A82-73FD-559D-73211CC6B08E}"/>
              </a:ext>
            </a:extLst>
          </p:cNvPr>
          <p:cNvSpPr txBox="1"/>
          <p:nvPr/>
        </p:nvSpPr>
        <p:spPr>
          <a:xfrm>
            <a:off x="6357585" y="4888581"/>
            <a:ext cx="415322" cy="43088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i="1" dirty="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55" name="Oval 3">
            <a:extLst>
              <a:ext uri="{FF2B5EF4-FFF2-40B4-BE49-F238E27FC236}">
                <a16:creationId xmlns:a16="http://schemas.microsoft.com/office/drawing/2014/main" id="{D86E9358-4833-1BA2-8281-A62CAD6B9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7846" y="1198049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 dirty="0">
                <a:solidFill>
                  <a:schemeClr val="accent2"/>
                </a:solidFill>
              </a:rPr>
              <a:t>u</a:t>
            </a:r>
          </a:p>
        </p:txBody>
      </p:sp>
      <p:cxnSp>
        <p:nvCxnSpPr>
          <p:cNvPr id="56" name="Straight Arrow Connector 6">
            <a:extLst>
              <a:ext uri="{FF2B5EF4-FFF2-40B4-BE49-F238E27FC236}">
                <a16:creationId xmlns:a16="http://schemas.microsoft.com/office/drawing/2014/main" id="{8988705F-E9E1-6EE6-C60E-3C8BF34B86A2}"/>
              </a:ext>
            </a:extLst>
          </p:cNvPr>
          <p:cNvCxnSpPr>
            <a:cxnSpLocks noChangeShapeType="1"/>
            <a:endCxn id="51" idx="3"/>
          </p:cNvCxnSpPr>
          <p:nvPr/>
        </p:nvCxnSpPr>
        <p:spPr bwMode="auto">
          <a:xfrm flipV="1">
            <a:off x="6772907" y="3902611"/>
            <a:ext cx="510143" cy="975377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34AFA5D-2C31-76A8-393E-A7977046B0A2}"/>
              </a:ext>
            </a:extLst>
          </p:cNvPr>
          <p:cNvCxnSpPr>
            <a:cxnSpLocks noChangeShapeType="1"/>
            <a:stCxn id="51" idx="0"/>
            <a:endCxn id="59" idx="4"/>
          </p:cNvCxnSpPr>
          <p:nvPr/>
        </p:nvCxnSpPr>
        <p:spPr bwMode="auto">
          <a:xfrm flipV="1">
            <a:off x="7455082" y="2638338"/>
            <a:ext cx="0" cy="88744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58" name="Straight Arrow Connector 6">
            <a:extLst>
              <a:ext uri="{FF2B5EF4-FFF2-40B4-BE49-F238E27FC236}">
                <a16:creationId xmlns:a16="http://schemas.microsoft.com/office/drawing/2014/main" id="{34B2049B-2A3F-9FA2-DCB8-4100CCF38882}"/>
              </a:ext>
            </a:extLst>
          </p:cNvPr>
          <p:cNvCxnSpPr>
            <a:cxnSpLocks noChangeShapeType="1"/>
            <a:stCxn id="54" idx="0"/>
            <a:endCxn id="60" idx="4"/>
          </p:cNvCxnSpPr>
          <p:nvPr/>
        </p:nvCxnSpPr>
        <p:spPr bwMode="auto">
          <a:xfrm flipH="1" flipV="1">
            <a:off x="6549353" y="2642615"/>
            <a:ext cx="15893" cy="224596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59" name="Oval 3">
            <a:extLst>
              <a:ext uri="{FF2B5EF4-FFF2-40B4-BE49-F238E27FC236}">
                <a16:creationId xmlns:a16="http://schemas.microsoft.com/office/drawing/2014/main" id="{89D8747F-2E32-6FFA-995A-2B250822D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1136" y="2196858"/>
            <a:ext cx="987891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lIns="0" rIns="0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600" i="1" dirty="0">
                <a:solidFill>
                  <a:schemeClr val="accent2"/>
                </a:solidFill>
              </a:rPr>
              <a:t>benefit</a:t>
            </a:r>
          </a:p>
        </p:txBody>
      </p:sp>
      <p:sp>
        <p:nvSpPr>
          <p:cNvPr id="60" name="Oval 3">
            <a:extLst>
              <a:ext uri="{FF2B5EF4-FFF2-40B4-BE49-F238E27FC236}">
                <a16:creationId xmlns:a16="http://schemas.microsoft.com/office/drawing/2014/main" id="{9E19EF77-19D1-100B-BC3E-F4649EB67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5075" y="2201135"/>
            <a:ext cx="608556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lIns="0" rIns="0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600" i="1" dirty="0">
                <a:solidFill>
                  <a:schemeClr val="accent2"/>
                </a:solidFill>
              </a:rPr>
              <a:t>cost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00FB5D0-A9EE-B978-B996-50AD2557B2C9}"/>
              </a:ext>
            </a:extLst>
          </p:cNvPr>
          <p:cNvCxnSpPr>
            <a:cxnSpLocks noChangeShapeType="1"/>
            <a:stCxn id="59" idx="0"/>
            <a:endCxn id="55" idx="5"/>
          </p:cNvCxnSpPr>
          <p:nvPr/>
        </p:nvCxnSpPr>
        <p:spPr bwMode="auto">
          <a:xfrm flipH="1" flipV="1">
            <a:off x="7133168" y="1574876"/>
            <a:ext cx="321914" cy="621982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1DDBE8D-A848-0AB6-1187-5E32288FE669}"/>
              </a:ext>
            </a:extLst>
          </p:cNvPr>
          <p:cNvCxnSpPr>
            <a:cxnSpLocks noChangeShapeType="1"/>
            <a:stCxn id="60" idx="0"/>
            <a:endCxn id="55" idx="3"/>
          </p:cNvCxnSpPr>
          <p:nvPr/>
        </p:nvCxnSpPr>
        <p:spPr bwMode="auto">
          <a:xfrm flipV="1">
            <a:off x="6549353" y="1574876"/>
            <a:ext cx="239751" cy="62625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63" name="Oval 3">
            <a:extLst>
              <a:ext uri="{FF2B5EF4-FFF2-40B4-BE49-F238E27FC236}">
                <a16:creationId xmlns:a16="http://schemas.microsoft.com/office/drawing/2014/main" id="{564A343D-A61A-B04D-BCAB-C0C86965E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4096" y="3523605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dirty="0">
                <a:solidFill>
                  <a:srgbClr val="FF0000"/>
                </a:solidFill>
              </a:rPr>
              <a:t>𝜺</a:t>
            </a:r>
          </a:p>
        </p:txBody>
      </p:sp>
      <p:sp>
        <p:nvSpPr>
          <p:cNvPr id="18432" name="Oval 3">
            <a:extLst>
              <a:ext uri="{FF2B5EF4-FFF2-40B4-BE49-F238E27FC236}">
                <a16:creationId xmlns:a16="http://schemas.microsoft.com/office/drawing/2014/main" id="{4ED65DE2-DCF1-BC25-6EEC-38FE969B6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4096" y="4876753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dirty="0">
                <a:solidFill>
                  <a:srgbClr val="FF0000"/>
                </a:solidFill>
              </a:rPr>
              <a:t>𝝑</a:t>
            </a:r>
          </a:p>
        </p:txBody>
      </p:sp>
      <p:cxnSp>
        <p:nvCxnSpPr>
          <p:cNvPr id="18433" name="Straight Arrow Connector 18432">
            <a:extLst>
              <a:ext uri="{FF2B5EF4-FFF2-40B4-BE49-F238E27FC236}">
                <a16:creationId xmlns:a16="http://schemas.microsoft.com/office/drawing/2014/main" id="{205E701A-394C-B71A-8ED9-375CA2F13124}"/>
              </a:ext>
            </a:extLst>
          </p:cNvPr>
          <p:cNvCxnSpPr>
            <a:cxnSpLocks noChangeShapeType="1"/>
            <a:stCxn id="63" idx="2"/>
            <a:endCxn id="51" idx="6"/>
          </p:cNvCxnSpPr>
          <p:nvPr/>
        </p:nvCxnSpPr>
        <p:spPr bwMode="auto">
          <a:xfrm flipH="1">
            <a:off x="7698372" y="3744345"/>
            <a:ext cx="475724" cy="2179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18437" name="Straight Arrow Connector 18436">
            <a:extLst>
              <a:ext uri="{FF2B5EF4-FFF2-40B4-BE49-F238E27FC236}">
                <a16:creationId xmlns:a16="http://schemas.microsoft.com/office/drawing/2014/main" id="{C4577D6B-131E-12C4-FDDE-EC68E60810EC}"/>
              </a:ext>
            </a:extLst>
          </p:cNvPr>
          <p:cNvCxnSpPr>
            <a:cxnSpLocks noChangeShapeType="1"/>
            <a:stCxn id="18432" idx="1"/>
            <a:endCxn id="51" idx="5"/>
          </p:cNvCxnSpPr>
          <p:nvPr/>
        </p:nvCxnSpPr>
        <p:spPr bwMode="auto">
          <a:xfrm flipH="1" flipV="1">
            <a:off x="7627114" y="3902611"/>
            <a:ext cx="618240" cy="1038795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</p:spPr>
      </p:cxnSp>
      <p:sp>
        <p:nvSpPr>
          <p:cNvPr id="18449" name="Rectangle 16">
            <a:extLst>
              <a:ext uri="{FF2B5EF4-FFF2-40B4-BE49-F238E27FC236}">
                <a16:creationId xmlns:a16="http://schemas.microsoft.com/office/drawing/2014/main" id="{3A8A39C1-179E-2750-74AD-DC4FF1006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36" y="5735695"/>
            <a:ext cx="1431153" cy="7078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000" dirty="0"/>
              <a:t>p[</a:t>
            </a:r>
            <a:r>
              <a:rPr lang="en-GB" altLang="en-US" sz="2000" dirty="0" err="1"/>
              <a:t>x,z</a:t>
            </a:r>
            <a:r>
              <a:rPr lang="en-GB" altLang="en-US" sz="2000" dirty="0"/>
              <a:t>] </a:t>
            </a:r>
            <a:r>
              <a:rPr lang="en-GB" altLang="en-US" sz="2000" b="0" dirty="0"/>
              <a:t>=</a:t>
            </a:r>
          </a:p>
          <a:p>
            <a:pPr algn="r"/>
            <a:r>
              <a:rPr lang="en-GB" altLang="en-US" sz="2000" b="0" dirty="0"/>
              <a:t>p[x] p[</a:t>
            </a:r>
            <a:r>
              <a:rPr lang="en-GB" altLang="en-US" sz="2000" b="0" dirty="0" err="1"/>
              <a:t>z|</a:t>
            </a:r>
            <a:r>
              <a:rPr lang="en-GB" altLang="en-US" sz="2000" b="0" i="1" dirty="0" err="1"/>
              <a:t>x</a:t>
            </a:r>
            <a:r>
              <a:rPr lang="en-GB" altLang="en-US" sz="2000" b="0" dirty="0"/>
              <a:t>]</a:t>
            </a:r>
          </a:p>
        </p:txBody>
      </p:sp>
      <p:sp>
        <p:nvSpPr>
          <p:cNvPr id="18450" name="Rectangle 16">
            <a:extLst>
              <a:ext uri="{FF2B5EF4-FFF2-40B4-BE49-F238E27FC236}">
                <a16:creationId xmlns:a16="http://schemas.microsoft.com/office/drawing/2014/main" id="{770D2E71-FCE9-33BA-C58C-ECB8D0A12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7992" y="5735695"/>
            <a:ext cx="2411932" cy="707886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000" dirty="0">
                <a:solidFill>
                  <a:schemeClr val="accent2"/>
                </a:solidFill>
              </a:rPr>
              <a:t>p[</a:t>
            </a:r>
            <a:r>
              <a:rPr lang="en-GB" altLang="en-US" sz="2000" dirty="0" err="1">
                <a:solidFill>
                  <a:schemeClr val="accent2"/>
                </a:solidFill>
              </a:rPr>
              <a:t>x,z,u|a</a:t>
            </a:r>
            <a:r>
              <a:rPr lang="en-GB" altLang="en-US" sz="2000" dirty="0">
                <a:solidFill>
                  <a:schemeClr val="accent2"/>
                </a:solidFill>
              </a:rPr>
              <a:t>] </a:t>
            </a:r>
            <a:r>
              <a:rPr lang="en-GB" altLang="en-US" sz="2000" b="0" dirty="0">
                <a:solidFill>
                  <a:schemeClr val="accent2"/>
                </a:solidFill>
              </a:rPr>
              <a:t>=</a:t>
            </a:r>
          </a:p>
          <a:p>
            <a:pPr algn="r"/>
            <a:r>
              <a:rPr lang="en-GB" altLang="en-US" sz="2000" b="0" dirty="0">
                <a:solidFill>
                  <a:schemeClr val="accent2"/>
                </a:solidFill>
              </a:rPr>
              <a:t>p[x] p[</a:t>
            </a:r>
            <a:r>
              <a:rPr lang="en-GB" altLang="en-US" sz="2000" b="0" dirty="0" err="1">
                <a:solidFill>
                  <a:schemeClr val="accent2"/>
                </a:solidFill>
              </a:rPr>
              <a:t>z|a,</a:t>
            </a:r>
            <a:r>
              <a:rPr lang="en-GB" altLang="en-US" sz="2000" b="0" i="1" dirty="0" err="1">
                <a:solidFill>
                  <a:schemeClr val="accent2"/>
                </a:solidFill>
              </a:rPr>
              <a:t>x</a:t>
            </a:r>
            <a:r>
              <a:rPr lang="en-GB" altLang="en-US" sz="2000" b="0" dirty="0">
                <a:solidFill>
                  <a:schemeClr val="accent2"/>
                </a:solidFill>
              </a:rPr>
              <a:t>] p[</a:t>
            </a:r>
            <a:r>
              <a:rPr lang="en-GB" altLang="en-US" sz="2000" b="0" dirty="0" err="1">
                <a:solidFill>
                  <a:schemeClr val="accent2"/>
                </a:solidFill>
              </a:rPr>
              <a:t>u|a,z</a:t>
            </a:r>
            <a:r>
              <a:rPr lang="en-GB" altLang="en-US" sz="2000" b="0" dirty="0">
                <a:solidFill>
                  <a:schemeClr val="accent2"/>
                </a:solidFill>
              </a:rPr>
              <a:t>]</a:t>
            </a:r>
          </a:p>
        </p:txBody>
      </p:sp>
      <p:sp>
        <p:nvSpPr>
          <p:cNvPr id="18451" name="Rectangle 16">
            <a:extLst>
              <a:ext uri="{FF2B5EF4-FFF2-40B4-BE49-F238E27FC236}">
                <a16:creationId xmlns:a16="http://schemas.microsoft.com/office/drawing/2014/main" id="{1277435F-802B-6023-CBAE-B31910807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978" y="5735695"/>
            <a:ext cx="2411932" cy="70788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000" dirty="0">
                <a:solidFill>
                  <a:srgbClr val="FF0000"/>
                </a:solidFill>
              </a:rPr>
              <a:t>z</a:t>
            </a:r>
            <a:r>
              <a:rPr lang="en-GB" altLang="en-US" sz="2000" b="0" dirty="0">
                <a:solidFill>
                  <a:srgbClr val="FF0000"/>
                </a:solidFill>
              </a:rPr>
              <a:t> = f(</a:t>
            </a:r>
            <a:r>
              <a:rPr lang="en-GB" altLang="en-US" sz="2000" b="0" dirty="0" err="1">
                <a:solidFill>
                  <a:srgbClr val="FF0000"/>
                </a:solidFill>
              </a:rPr>
              <a:t>a,x</a:t>
            </a:r>
            <a:r>
              <a:rPr lang="en-GB" altLang="en-US" sz="2000" b="0" dirty="0">
                <a:solidFill>
                  <a:srgbClr val="FF0000"/>
                </a:solidFill>
              </a:rPr>
              <a:t>,𝝑) + 𝜺</a:t>
            </a:r>
          </a:p>
          <a:p>
            <a:r>
              <a:rPr lang="en-GB" altLang="en-US" sz="2000" b="0" dirty="0">
                <a:solidFill>
                  <a:srgbClr val="FF0000"/>
                </a:solidFill>
              </a:rPr>
              <a:t>       p[x], p[𝝑], p[𝜺]</a:t>
            </a:r>
          </a:p>
        </p:txBody>
      </p:sp>
      <p:cxnSp>
        <p:nvCxnSpPr>
          <p:cNvPr id="18453" name="Straight Connector 18452">
            <a:extLst>
              <a:ext uri="{FF2B5EF4-FFF2-40B4-BE49-F238E27FC236}">
                <a16:creationId xmlns:a16="http://schemas.microsoft.com/office/drawing/2014/main" id="{F7E4A67D-32BE-BD76-F175-435CFA0804CD}"/>
              </a:ext>
            </a:extLst>
          </p:cNvPr>
          <p:cNvCxnSpPr>
            <a:cxnSpLocks/>
          </p:cNvCxnSpPr>
          <p:nvPr/>
        </p:nvCxnSpPr>
        <p:spPr bwMode="auto">
          <a:xfrm flipV="1">
            <a:off x="1783080" y="646611"/>
            <a:ext cx="0" cy="5796970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8455" name="TextBox 18454">
            <a:extLst>
              <a:ext uri="{FF2B5EF4-FFF2-40B4-BE49-F238E27FC236}">
                <a16:creationId xmlns:a16="http://schemas.microsoft.com/office/drawing/2014/main" id="{94D13E7F-5D59-DD09-70BE-46D22C401B52}"/>
              </a:ext>
            </a:extLst>
          </p:cNvPr>
          <p:cNvSpPr txBox="1"/>
          <p:nvPr/>
        </p:nvSpPr>
        <p:spPr>
          <a:xfrm>
            <a:off x="629308" y="718615"/>
            <a:ext cx="1031966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200" u="sng" dirty="0"/>
              <a:t>PRA</a:t>
            </a:r>
          </a:p>
        </p:txBody>
      </p:sp>
      <p:sp>
        <p:nvSpPr>
          <p:cNvPr id="18456" name="TextBox 18455">
            <a:extLst>
              <a:ext uri="{FF2B5EF4-FFF2-40B4-BE49-F238E27FC236}">
                <a16:creationId xmlns:a16="http://schemas.microsoft.com/office/drawing/2014/main" id="{C1C9215F-B055-00BA-1F34-032905ADFEA9}"/>
              </a:ext>
            </a:extLst>
          </p:cNvPr>
          <p:cNvSpPr txBox="1"/>
          <p:nvPr/>
        </p:nvSpPr>
        <p:spPr>
          <a:xfrm>
            <a:off x="1904887" y="715364"/>
            <a:ext cx="1031966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US" sz="2200" u="sng" dirty="0">
                <a:solidFill>
                  <a:schemeClr val="accent2"/>
                </a:solidFill>
              </a:rPr>
              <a:t>BDT</a:t>
            </a:r>
          </a:p>
        </p:txBody>
      </p:sp>
    </p:spTree>
    <p:extLst>
      <p:ext uri="{BB962C8B-B14F-4D97-AF65-F5344CB8AC3E}">
        <p14:creationId xmlns:p14="http://schemas.microsoft.com/office/powerpoint/2010/main" val="1544187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8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8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8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8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  <p:bldP spid="22" grpId="0" animBg="1"/>
      <p:bldP spid="23" grpId="0" animBg="1"/>
      <p:bldP spid="34" grpId="0" animBg="1"/>
      <p:bldP spid="35" grpId="0" animBg="1"/>
      <p:bldP spid="51" grpId="0" animBg="1"/>
      <p:bldP spid="52" grpId="0" animBg="1"/>
      <p:bldP spid="54" grpId="0" animBg="1"/>
      <p:bldP spid="55" grpId="0" animBg="1"/>
      <p:bldP spid="59" grpId="0" animBg="1"/>
      <p:bldP spid="60" grpId="0" animBg="1"/>
      <p:bldP spid="63" grpId="0" animBg="1"/>
      <p:bldP spid="18432" grpId="0" animBg="1"/>
      <p:bldP spid="1845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C5880-2D6E-7C45-E245-83D032A12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CEF11-77D7-81B8-9B65-C0279FDF2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400" dirty="0"/>
              <a:t>BDT for forestry</a:t>
            </a:r>
            <a:endParaRPr lang="en-GB" dirty="0"/>
          </a:p>
        </p:txBody>
      </p:sp>
      <p:sp>
        <p:nvSpPr>
          <p:cNvPr id="51" name="Oval 3">
            <a:extLst>
              <a:ext uri="{FF2B5EF4-FFF2-40B4-BE49-F238E27FC236}">
                <a16:creationId xmlns:a16="http://schemas.microsoft.com/office/drawing/2014/main" id="{0116B973-5BED-867F-708F-2A6970AB5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442" y="3819695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z</a:t>
            </a:r>
          </a:p>
        </p:txBody>
      </p:sp>
      <p:sp>
        <p:nvSpPr>
          <p:cNvPr id="52" name="Oval 3">
            <a:extLst>
              <a:ext uri="{FF2B5EF4-FFF2-40B4-BE49-F238E27FC236}">
                <a16:creationId xmlns:a16="http://schemas.microsoft.com/office/drawing/2014/main" id="{3E0BD260-833E-549D-93F6-384FBA215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442" y="5171899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 dirty="0"/>
              <a:t>x</a:t>
            </a:r>
          </a:p>
        </p:txBody>
      </p:sp>
      <p:cxnSp>
        <p:nvCxnSpPr>
          <p:cNvPr id="53" name="Straight Arrow Connector 6">
            <a:extLst>
              <a:ext uri="{FF2B5EF4-FFF2-40B4-BE49-F238E27FC236}">
                <a16:creationId xmlns:a16="http://schemas.microsoft.com/office/drawing/2014/main" id="{AB53EAE1-154E-E7E1-CE6F-41380D82B599}"/>
              </a:ext>
            </a:extLst>
          </p:cNvPr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3849732" y="4261175"/>
            <a:ext cx="0" cy="91072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7921B5A-DA92-D54D-EB06-AF28E45768B8}"/>
              </a:ext>
            </a:extLst>
          </p:cNvPr>
          <p:cNvSpPr txBox="1"/>
          <p:nvPr/>
        </p:nvSpPr>
        <p:spPr>
          <a:xfrm>
            <a:off x="2236256" y="5182492"/>
            <a:ext cx="415322" cy="43088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i="1" dirty="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55" name="Oval 3">
            <a:extLst>
              <a:ext uri="{FF2B5EF4-FFF2-40B4-BE49-F238E27FC236}">
                <a16:creationId xmlns:a16="http://schemas.microsoft.com/office/drawing/2014/main" id="{CA052BB0-2704-EF70-DC3F-12A0A5348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6963" y="1491960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 dirty="0">
                <a:solidFill>
                  <a:schemeClr val="accent2"/>
                </a:solidFill>
              </a:rPr>
              <a:t>u</a:t>
            </a:r>
          </a:p>
        </p:txBody>
      </p:sp>
      <p:cxnSp>
        <p:nvCxnSpPr>
          <p:cNvPr id="56" name="Straight Arrow Connector 6">
            <a:extLst>
              <a:ext uri="{FF2B5EF4-FFF2-40B4-BE49-F238E27FC236}">
                <a16:creationId xmlns:a16="http://schemas.microsoft.com/office/drawing/2014/main" id="{BE69019B-6BBE-D500-4636-F763918C2EB3}"/>
              </a:ext>
            </a:extLst>
          </p:cNvPr>
          <p:cNvCxnSpPr>
            <a:cxnSpLocks noChangeShapeType="1"/>
            <a:stCxn id="54" idx="3"/>
            <a:endCxn id="51" idx="3"/>
          </p:cNvCxnSpPr>
          <p:nvPr/>
        </p:nvCxnSpPr>
        <p:spPr bwMode="auto">
          <a:xfrm flipV="1">
            <a:off x="2651578" y="4196522"/>
            <a:ext cx="1026122" cy="1201414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0C581DD-ACAA-9B6B-ECD7-EA8CB9E10A9F}"/>
              </a:ext>
            </a:extLst>
          </p:cNvPr>
          <p:cNvCxnSpPr>
            <a:cxnSpLocks noChangeShapeType="1"/>
            <a:stCxn id="51" idx="0"/>
            <a:endCxn id="59" idx="4"/>
          </p:cNvCxnSpPr>
          <p:nvPr/>
        </p:nvCxnSpPr>
        <p:spPr bwMode="auto">
          <a:xfrm flipV="1">
            <a:off x="3849732" y="2932249"/>
            <a:ext cx="0" cy="88744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58" name="Straight Arrow Connector 6">
            <a:extLst>
              <a:ext uri="{FF2B5EF4-FFF2-40B4-BE49-F238E27FC236}">
                <a16:creationId xmlns:a16="http://schemas.microsoft.com/office/drawing/2014/main" id="{72B49B61-722D-C303-01F8-D5880F761E84}"/>
              </a:ext>
            </a:extLst>
          </p:cNvPr>
          <p:cNvCxnSpPr>
            <a:cxnSpLocks noChangeShapeType="1"/>
            <a:stCxn id="54" idx="0"/>
            <a:endCxn id="60" idx="4"/>
          </p:cNvCxnSpPr>
          <p:nvPr/>
        </p:nvCxnSpPr>
        <p:spPr bwMode="auto">
          <a:xfrm flipV="1">
            <a:off x="2443917" y="2936526"/>
            <a:ext cx="16776" cy="224596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59" name="Oval 3">
            <a:extLst>
              <a:ext uri="{FF2B5EF4-FFF2-40B4-BE49-F238E27FC236}">
                <a16:creationId xmlns:a16="http://schemas.microsoft.com/office/drawing/2014/main" id="{3563F97E-AA7F-3D18-DBB7-C367658D7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786" y="2490769"/>
            <a:ext cx="987891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lIns="0" rIns="0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600" i="1" dirty="0">
                <a:solidFill>
                  <a:schemeClr val="accent2"/>
                </a:solidFill>
              </a:rPr>
              <a:t>benefit</a:t>
            </a:r>
          </a:p>
        </p:txBody>
      </p:sp>
      <p:sp>
        <p:nvSpPr>
          <p:cNvPr id="60" name="Oval 3">
            <a:extLst>
              <a:ext uri="{FF2B5EF4-FFF2-40B4-BE49-F238E27FC236}">
                <a16:creationId xmlns:a16="http://schemas.microsoft.com/office/drawing/2014/main" id="{2C974836-CAA6-32B8-E49C-A310977B3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6415" y="2495046"/>
            <a:ext cx="608556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lIns="0" rIns="0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600" i="1" dirty="0">
                <a:solidFill>
                  <a:schemeClr val="accent2"/>
                </a:solidFill>
              </a:rPr>
              <a:t>cost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0B4AFBF-73B0-E5B1-5FDE-EAFE37D67BE7}"/>
              </a:ext>
            </a:extLst>
          </p:cNvPr>
          <p:cNvCxnSpPr>
            <a:cxnSpLocks noChangeShapeType="1"/>
            <a:stCxn id="59" idx="0"/>
            <a:endCxn id="55" idx="5"/>
          </p:cNvCxnSpPr>
          <p:nvPr/>
        </p:nvCxnSpPr>
        <p:spPr bwMode="auto">
          <a:xfrm flipH="1" flipV="1">
            <a:off x="3312285" y="1868787"/>
            <a:ext cx="537447" cy="621982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5C12778-AE0F-BAC6-E441-36979C0DE7AB}"/>
              </a:ext>
            </a:extLst>
          </p:cNvPr>
          <p:cNvCxnSpPr>
            <a:cxnSpLocks noChangeShapeType="1"/>
            <a:stCxn id="60" idx="0"/>
            <a:endCxn id="55" idx="3"/>
          </p:cNvCxnSpPr>
          <p:nvPr/>
        </p:nvCxnSpPr>
        <p:spPr bwMode="auto">
          <a:xfrm flipV="1">
            <a:off x="2460693" y="1868787"/>
            <a:ext cx="507528" cy="62625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63" name="Oval 3">
            <a:extLst>
              <a:ext uri="{FF2B5EF4-FFF2-40B4-BE49-F238E27FC236}">
                <a16:creationId xmlns:a16="http://schemas.microsoft.com/office/drawing/2014/main" id="{A43DD4C3-272C-3E37-1FFD-4839B5DF5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5765" y="3817516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dirty="0">
                <a:solidFill>
                  <a:srgbClr val="FF0000"/>
                </a:solidFill>
              </a:rPr>
              <a:t>𝜺</a:t>
            </a:r>
          </a:p>
        </p:txBody>
      </p:sp>
      <p:sp>
        <p:nvSpPr>
          <p:cNvPr id="18432" name="Oval 3">
            <a:extLst>
              <a:ext uri="{FF2B5EF4-FFF2-40B4-BE49-F238E27FC236}">
                <a16:creationId xmlns:a16="http://schemas.microsoft.com/office/drawing/2014/main" id="{8D564821-7A8F-3152-4BCB-EA74AC67F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96" y="5170664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dirty="0">
                <a:solidFill>
                  <a:srgbClr val="FF0000"/>
                </a:solidFill>
              </a:rPr>
              <a:t>𝝑</a:t>
            </a:r>
          </a:p>
        </p:txBody>
      </p:sp>
      <p:cxnSp>
        <p:nvCxnSpPr>
          <p:cNvPr id="18433" name="Straight Arrow Connector 18432">
            <a:extLst>
              <a:ext uri="{FF2B5EF4-FFF2-40B4-BE49-F238E27FC236}">
                <a16:creationId xmlns:a16="http://schemas.microsoft.com/office/drawing/2014/main" id="{8DB78AEE-FB50-2FFA-A528-B3141F781C29}"/>
              </a:ext>
            </a:extLst>
          </p:cNvPr>
          <p:cNvCxnSpPr>
            <a:cxnSpLocks noChangeShapeType="1"/>
            <a:stCxn id="63" idx="2"/>
            <a:endCxn id="51" idx="6"/>
          </p:cNvCxnSpPr>
          <p:nvPr/>
        </p:nvCxnSpPr>
        <p:spPr bwMode="auto">
          <a:xfrm flipH="1">
            <a:off x="4093022" y="4038256"/>
            <a:ext cx="1102743" cy="2179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18437" name="Straight Arrow Connector 18436">
            <a:extLst>
              <a:ext uri="{FF2B5EF4-FFF2-40B4-BE49-F238E27FC236}">
                <a16:creationId xmlns:a16="http://schemas.microsoft.com/office/drawing/2014/main" id="{6D590F74-3307-2757-6520-B6AB10685E6D}"/>
              </a:ext>
            </a:extLst>
          </p:cNvPr>
          <p:cNvCxnSpPr>
            <a:cxnSpLocks noChangeShapeType="1"/>
            <a:stCxn id="18432" idx="1"/>
            <a:endCxn id="51" idx="5"/>
          </p:cNvCxnSpPr>
          <p:nvPr/>
        </p:nvCxnSpPr>
        <p:spPr bwMode="auto">
          <a:xfrm flipH="1" flipV="1">
            <a:off x="4021764" y="4196522"/>
            <a:ext cx="1251790" cy="1038795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</p:spPr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FDAFB70-6BC2-728B-1E23-2126F6F29013}"/>
              </a:ext>
            </a:extLst>
          </p:cNvPr>
          <p:cNvGrpSpPr/>
          <p:nvPr/>
        </p:nvGrpSpPr>
        <p:grpSpPr>
          <a:xfrm>
            <a:off x="5642561" y="3860121"/>
            <a:ext cx="2051463" cy="1701621"/>
            <a:chOff x="5642561" y="3814404"/>
            <a:chExt cx="2051463" cy="170162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7C3D418-333F-77CA-FBFF-995C49646434}"/>
                </a:ext>
              </a:extLst>
            </p:cNvPr>
            <p:cNvSpPr txBox="1"/>
            <p:nvPr/>
          </p:nvSpPr>
          <p:spPr>
            <a:xfrm>
              <a:off x="5642561" y="3814404"/>
              <a:ext cx="1520539" cy="3385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i="1" dirty="0">
                  <a:solidFill>
                    <a:srgbClr val="FF0000"/>
                  </a:solidFill>
                </a:rPr>
                <a:t>Model error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C838DC2-BF67-CC84-A00B-713B80E2858A}"/>
                </a:ext>
              </a:extLst>
            </p:cNvPr>
            <p:cNvSpPr txBox="1"/>
            <p:nvPr/>
          </p:nvSpPr>
          <p:spPr>
            <a:xfrm>
              <a:off x="5648424" y="5177471"/>
              <a:ext cx="2045600" cy="3385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i="1" dirty="0">
                  <a:solidFill>
                    <a:srgbClr val="FF0000"/>
                  </a:solidFill>
                </a:rPr>
                <a:t>Model parameters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3F2B22A-3908-2D60-E170-01FEC809433C}"/>
              </a:ext>
            </a:extLst>
          </p:cNvPr>
          <p:cNvGrpSpPr/>
          <p:nvPr/>
        </p:nvGrpSpPr>
        <p:grpSpPr>
          <a:xfrm>
            <a:off x="425591" y="1189951"/>
            <a:ext cx="4950580" cy="4500371"/>
            <a:chOff x="425591" y="1144234"/>
            <a:chExt cx="4950580" cy="450037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29E78CB-E32D-8CE8-FED7-19E53D76BD08}"/>
                </a:ext>
              </a:extLst>
            </p:cNvPr>
            <p:cNvSpPr txBox="1"/>
            <p:nvPr/>
          </p:nvSpPr>
          <p:spPr>
            <a:xfrm>
              <a:off x="486553" y="2353810"/>
              <a:ext cx="1731464" cy="5847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600" b="0" i="1" dirty="0">
                  <a:solidFill>
                    <a:schemeClr val="accent2"/>
                  </a:solidFill>
                </a:rPr>
                <a:t>Management costs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0A75AD0-CB4B-4EE2-D0A4-523A724CA76F}"/>
                </a:ext>
              </a:extLst>
            </p:cNvPr>
            <p:cNvSpPr txBox="1"/>
            <p:nvPr/>
          </p:nvSpPr>
          <p:spPr>
            <a:xfrm>
              <a:off x="425591" y="5059830"/>
              <a:ext cx="1817196" cy="5847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600" b="0" i="1" dirty="0">
                  <a:solidFill>
                    <a:schemeClr val="accent2"/>
                  </a:solidFill>
                </a:rPr>
                <a:t>Management actions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0F18BE0-B2FA-A919-D674-058477B95A6A}"/>
                </a:ext>
              </a:extLst>
            </p:cNvPr>
            <p:cNvSpPr txBox="1"/>
            <p:nvPr/>
          </p:nvSpPr>
          <p:spPr>
            <a:xfrm>
              <a:off x="4269957" y="2347197"/>
              <a:ext cx="1106214" cy="5847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i="1" dirty="0">
                  <a:solidFill>
                    <a:schemeClr val="accent2"/>
                  </a:solidFill>
                </a:rPr>
                <a:t>Timber sale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035DBB-0FFB-2A22-57AA-392A6C951418}"/>
                </a:ext>
              </a:extLst>
            </p:cNvPr>
            <p:cNvSpPr txBox="1"/>
            <p:nvPr/>
          </p:nvSpPr>
          <p:spPr>
            <a:xfrm>
              <a:off x="2269130" y="1144234"/>
              <a:ext cx="1731464" cy="3385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0" i="1" dirty="0">
                  <a:solidFill>
                    <a:schemeClr val="accent2"/>
                  </a:solidFill>
                </a:rPr>
                <a:t>Utility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E3717D0-E76C-3D7C-5F95-09DDDCE2FE17}"/>
              </a:ext>
            </a:extLst>
          </p:cNvPr>
          <p:cNvGrpSpPr/>
          <p:nvPr/>
        </p:nvGrpSpPr>
        <p:grpSpPr>
          <a:xfrm>
            <a:off x="2958290" y="3367855"/>
            <a:ext cx="2439296" cy="2583724"/>
            <a:chOff x="2958290" y="3322138"/>
            <a:chExt cx="2439296" cy="25837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BDFA9E-803F-158D-E37A-513D161CF30D}"/>
                </a:ext>
              </a:extLst>
            </p:cNvPr>
            <p:cNvSpPr txBox="1"/>
            <p:nvPr/>
          </p:nvSpPr>
          <p:spPr>
            <a:xfrm>
              <a:off x="4000594" y="3322138"/>
              <a:ext cx="1396992" cy="5847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i="1" dirty="0">
                  <a:solidFill>
                    <a:schemeClr val="tx2"/>
                  </a:solidFill>
                </a:rPr>
                <a:t>Forest growth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6249044-20A6-5591-A9A5-08E264D21A74}"/>
                </a:ext>
              </a:extLst>
            </p:cNvPr>
            <p:cNvSpPr txBox="1"/>
            <p:nvPr/>
          </p:nvSpPr>
          <p:spPr>
            <a:xfrm>
              <a:off x="2958290" y="5567308"/>
              <a:ext cx="1731464" cy="3385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0" i="1" dirty="0">
                  <a:solidFill>
                    <a:schemeClr val="tx2"/>
                  </a:solidFill>
                </a:rPr>
                <a:t>Climate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5549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F3252-3AA3-909E-9DF0-B8B647C9C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AE20A-8E77-B1F4-1CCA-D0BAB1291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400" dirty="0"/>
              <a:t>Two realisations of the network</a:t>
            </a:r>
            <a:endParaRPr lang="en-GB" dirty="0"/>
          </a:p>
        </p:txBody>
      </p:sp>
      <p:sp>
        <p:nvSpPr>
          <p:cNvPr id="51" name="Oval 3">
            <a:extLst>
              <a:ext uri="{FF2B5EF4-FFF2-40B4-BE49-F238E27FC236}">
                <a16:creationId xmlns:a16="http://schemas.microsoft.com/office/drawing/2014/main" id="{82429AE4-5E85-1716-8AAD-C92E8E088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2973" y="3819695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z</a:t>
            </a:r>
          </a:p>
        </p:txBody>
      </p:sp>
      <p:sp>
        <p:nvSpPr>
          <p:cNvPr id="52" name="Oval 3">
            <a:extLst>
              <a:ext uri="{FF2B5EF4-FFF2-40B4-BE49-F238E27FC236}">
                <a16:creationId xmlns:a16="http://schemas.microsoft.com/office/drawing/2014/main" id="{8BBF3F53-9C2E-03F2-76C7-B8F0BB398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2973" y="5171899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x</a:t>
            </a:r>
          </a:p>
        </p:txBody>
      </p:sp>
      <p:cxnSp>
        <p:nvCxnSpPr>
          <p:cNvPr id="53" name="Straight Arrow Connector 6">
            <a:extLst>
              <a:ext uri="{FF2B5EF4-FFF2-40B4-BE49-F238E27FC236}">
                <a16:creationId xmlns:a16="http://schemas.microsoft.com/office/drawing/2014/main" id="{ED9ED692-D1C6-46CA-A5B4-B90D1EA7FE82}"/>
              </a:ext>
            </a:extLst>
          </p:cNvPr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3856263" y="4261175"/>
            <a:ext cx="0" cy="91072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108DEC2-C7A4-B4CB-4DE7-63D59645EA95}"/>
              </a:ext>
            </a:extLst>
          </p:cNvPr>
          <p:cNvSpPr txBox="1"/>
          <p:nvPr/>
        </p:nvSpPr>
        <p:spPr>
          <a:xfrm>
            <a:off x="2242787" y="5182492"/>
            <a:ext cx="415322" cy="43088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i="1" dirty="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55" name="Oval 3">
            <a:extLst>
              <a:ext uri="{FF2B5EF4-FFF2-40B4-BE49-F238E27FC236}">
                <a16:creationId xmlns:a16="http://schemas.microsoft.com/office/drawing/2014/main" id="{154D7199-C665-19E3-5278-582EBBD48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3494" y="1491960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 dirty="0">
                <a:solidFill>
                  <a:schemeClr val="accent2"/>
                </a:solidFill>
              </a:rPr>
              <a:t>u</a:t>
            </a:r>
          </a:p>
        </p:txBody>
      </p:sp>
      <p:cxnSp>
        <p:nvCxnSpPr>
          <p:cNvPr id="56" name="Straight Arrow Connector 6">
            <a:extLst>
              <a:ext uri="{FF2B5EF4-FFF2-40B4-BE49-F238E27FC236}">
                <a16:creationId xmlns:a16="http://schemas.microsoft.com/office/drawing/2014/main" id="{DD2E4F7B-542D-04BF-920E-6F6BF81500A5}"/>
              </a:ext>
            </a:extLst>
          </p:cNvPr>
          <p:cNvCxnSpPr>
            <a:cxnSpLocks noChangeShapeType="1"/>
            <a:stCxn id="54" idx="3"/>
            <a:endCxn id="51" idx="3"/>
          </p:cNvCxnSpPr>
          <p:nvPr/>
        </p:nvCxnSpPr>
        <p:spPr bwMode="auto">
          <a:xfrm flipV="1">
            <a:off x="2658109" y="4196522"/>
            <a:ext cx="1026122" cy="1201414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0739614-FB4B-1DFE-EDC3-AE6241256F4E}"/>
              </a:ext>
            </a:extLst>
          </p:cNvPr>
          <p:cNvCxnSpPr>
            <a:cxnSpLocks noChangeShapeType="1"/>
            <a:stCxn id="51" idx="0"/>
            <a:endCxn id="59" idx="4"/>
          </p:cNvCxnSpPr>
          <p:nvPr/>
        </p:nvCxnSpPr>
        <p:spPr bwMode="auto">
          <a:xfrm flipV="1">
            <a:off x="3856263" y="2932249"/>
            <a:ext cx="0" cy="88744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58" name="Straight Arrow Connector 6">
            <a:extLst>
              <a:ext uri="{FF2B5EF4-FFF2-40B4-BE49-F238E27FC236}">
                <a16:creationId xmlns:a16="http://schemas.microsoft.com/office/drawing/2014/main" id="{984665F0-8790-BBF7-A842-6987C8D524EB}"/>
              </a:ext>
            </a:extLst>
          </p:cNvPr>
          <p:cNvCxnSpPr>
            <a:cxnSpLocks noChangeShapeType="1"/>
            <a:stCxn id="54" idx="0"/>
            <a:endCxn id="60" idx="4"/>
          </p:cNvCxnSpPr>
          <p:nvPr/>
        </p:nvCxnSpPr>
        <p:spPr bwMode="auto">
          <a:xfrm flipV="1">
            <a:off x="2450448" y="2936526"/>
            <a:ext cx="16776" cy="224596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59" name="Oval 3">
            <a:extLst>
              <a:ext uri="{FF2B5EF4-FFF2-40B4-BE49-F238E27FC236}">
                <a16:creationId xmlns:a16="http://schemas.microsoft.com/office/drawing/2014/main" id="{1767C35D-7FE7-CF46-5228-17AB9D7B4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317" y="2490769"/>
            <a:ext cx="987891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lIns="0" rIns="0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600" i="1" dirty="0">
                <a:solidFill>
                  <a:schemeClr val="accent2"/>
                </a:solidFill>
              </a:rPr>
              <a:t>benefit</a:t>
            </a:r>
          </a:p>
        </p:txBody>
      </p:sp>
      <p:sp>
        <p:nvSpPr>
          <p:cNvPr id="60" name="Oval 3">
            <a:extLst>
              <a:ext uri="{FF2B5EF4-FFF2-40B4-BE49-F238E27FC236}">
                <a16:creationId xmlns:a16="http://schemas.microsoft.com/office/drawing/2014/main" id="{2E458CC4-235B-B6C4-406C-CE23BDCE8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2946" y="2495046"/>
            <a:ext cx="608556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lIns="0" rIns="0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600" i="1" dirty="0">
                <a:solidFill>
                  <a:schemeClr val="accent2"/>
                </a:solidFill>
              </a:rPr>
              <a:t>cost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C8F853A-7715-2FC9-D6AB-85C36DAC0D70}"/>
              </a:ext>
            </a:extLst>
          </p:cNvPr>
          <p:cNvCxnSpPr>
            <a:cxnSpLocks noChangeShapeType="1"/>
            <a:stCxn id="59" idx="0"/>
            <a:endCxn id="55" idx="5"/>
          </p:cNvCxnSpPr>
          <p:nvPr/>
        </p:nvCxnSpPr>
        <p:spPr bwMode="auto">
          <a:xfrm flipH="1" flipV="1">
            <a:off x="3318816" y="1868787"/>
            <a:ext cx="537447" cy="621982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1247481-AF2C-4D82-9548-4999658DF4F6}"/>
              </a:ext>
            </a:extLst>
          </p:cNvPr>
          <p:cNvCxnSpPr>
            <a:cxnSpLocks noChangeShapeType="1"/>
            <a:stCxn id="60" idx="0"/>
            <a:endCxn id="55" idx="3"/>
          </p:cNvCxnSpPr>
          <p:nvPr/>
        </p:nvCxnSpPr>
        <p:spPr bwMode="auto">
          <a:xfrm flipV="1">
            <a:off x="2467224" y="1868787"/>
            <a:ext cx="507528" cy="62625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63" name="Oval 3">
            <a:extLst>
              <a:ext uri="{FF2B5EF4-FFF2-40B4-BE49-F238E27FC236}">
                <a16:creationId xmlns:a16="http://schemas.microsoft.com/office/drawing/2014/main" id="{235E151A-E3F7-8289-C575-A8CE55D01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96" y="3817516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dirty="0">
                <a:solidFill>
                  <a:srgbClr val="FF0000"/>
                </a:solidFill>
              </a:rPr>
              <a:t>𝜺</a:t>
            </a:r>
          </a:p>
        </p:txBody>
      </p:sp>
      <p:sp>
        <p:nvSpPr>
          <p:cNvPr id="18432" name="Oval 3">
            <a:extLst>
              <a:ext uri="{FF2B5EF4-FFF2-40B4-BE49-F238E27FC236}">
                <a16:creationId xmlns:a16="http://schemas.microsoft.com/office/drawing/2014/main" id="{CC271FA6-4E81-BEC6-0315-485B98740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827" y="5170664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dirty="0">
                <a:solidFill>
                  <a:srgbClr val="FF0000"/>
                </a:solidFill>
              </a:rPr>
              <a:t>𝝑</a:t>
            </a:r>
          </a:p>
        </p:txBody>
      </p:sp>
      <p:cxnSp>
        <p:nvCxnSpPr>
          <p:cNvPr id="18433" name="Straight Arrow Connector 18432">
            <a:extLst>
              <a:ext uri="{FF2B5EF4-FFF2-40B4-BE49-F238E27FC236}">
                <a16:creationId xmlns:a16="http://schemas.microsoft.com/office/drawing/2014/main" id="{6911D33B-2FC7-ADED-0C10-0FF47DF05390}"/>
              </a:ext>
            </a:extLst>
          </p:cNvPr>
          <p:cNvCxnSpPr>
            <a:cxnSpLocks noChangeShapeType="1"/>
            <a:stCxn id="63" idx="2"/>
            <a:endCxn id="51" idx="6"/>
          </p:cNvCxnSpPr>
          <p:nvPr/>
        </p:nvCxnSpPr>
        <p:spPr bwMode="auto">
          <a:xfrm flipH="1">
            <a:off x="4099553" y="4038256"/>
            <a:ext cx="1102743" cy="2179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18437" name="Straight Arrow Connector 18436">
            <a:extLst>
              <a:ext uri="{FF2B5EF4-FFF2-40B4-BE49-F238E27FC236}">
                <a16:creationId xmlns:a16="http://schemas.microsoft.com/office/drawing/2014/main" id="{8ECA3779-FA1E-A368-459E-614491FB8FE8}"/>
              </a:ext>
            </a:extLst>
          </p:cNvPr>
          <p:cNvCxnSpPr>
            <a:cxnSpLocks noChangeShapeType="1"/>
            <a:stCxn id="18432" idx="1"/>
            <a:endCxn id="51" idx="5"/>
          </p:cNvCxnSpPr>
          <p:nvPr/>
        </p:nvCxnSpPr>
        <p:spPr bwMode="auto">
          <a:xfrm flipH="1" flipV="1">
            <a:off x="4028295" y="4196522"/>
            <a:ext cx="1251790" cy="1038795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AD43686-F89C-0A16-8CFF-03335675FA51}"/>
              </a:ext>
            </a:extLst>
          </p:cNvPr>
          <p:cNvSpPr txBox="1"/>
          <p:nvPr/>
        </p:nvSpPr>
        <p:spPr>
          <a:xfrm>
            <a:off x="3102431" y="5734152"/>
            <a:ext cx="1499145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b="0" i="1" dirty="0">
                <a:solidFill>
                  <a:schemeClr val="tx2"/>
                </a:solidFill>
              </a:rPr>
              <a:t>Rain = 600 mm y</a:t>
            </a:r>
            <a:r>
              <a:rPr lang="en-GB" sz="1600" b="0" i="1" baseline="30000" dirty="0">
                <a:solidFill>
                  <a:schemeClr val="tx2"/>
                </a:solidFill>
              </a:rPr>
              <a:t>-1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F9C961-C5BB-63CD-2B1D-D15DCBB268E4}"/>
              </a:ext>
            </a:extLst>
          </p:cNvPr>
          <p:cNvSpPr txBox="1"/>
          <p:nvPr/>
        </p:nvSpPr>
        <p:spPr>
          <a:xfrm>
            <a:off x="1647639" y="5724128"/>
            <a:ext cx="1499145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b="0" i="1" dirty="0">
                <a:solidFill>
                  <a:schemeClr val="accent2"/>
                </a:solidFill>
              </a:rPr>
              <a:t>Irrigation = 0 mm y</a:t>
            </a:r>
            <a:r>
              <a:rPr lang="en-GB" sz="1600" b="0" i="1" baseline="30000" dirty="0">
                <a:solidFill>
                  <a:schemeClr val="accent2"/>
                </a:solidFill>
              </a:rPr>
              <a:t>-1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17BAB8-AFBD-1BEC-5826-0A4CDE5F8CEF}"/>
              </a:ext>
            </a:extLst>
          </p:cNvPr>
          <p:cNvSpPr txBox="1"/>
          <p:nvPr/>
        </p:nvSpPr>
        <p:spPr>
          <a:xfrm>
            <a:off x="4528303" y="5734152"/>
            <a:ext cx="1834565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b="0" i="1" dirty="0">
                <a:solidFill>
                  <a:srgbClr val="FF0000"/>
                </a:solidFill>
              </a:rPr>
              <a:t>WUE = 0.01</a:t>
            </a:r>
          </a:p>
          <a:p>
            <a:pPr algn="ctr"/>
            <a:r>
              <a:rPr lang="en-GB" sz="1600" b="0" i="1" dirty="0">
                <a:solidFill>
                  <a:srgbClr val="FF0000"/>
                </a:solidFill>
              </a:rPr>
              <a:t>m</a:t>
            </a:r>
            <a:r>
              <a:rPr lang="en-GB" sz="1600" b="0" i="1" baseline="30000" dirty="0">
                <a:solidFill>
                  <a:srgbClr val="FF0000"/>
                </a:solidFill>
              </a:rPr>
              <a:t>3</a:t>
            </a:r>
            <a:r>
              <a:rPr lang="en-GB" sz="1600" b="0" i="1" dirty="0">
                <a:solidFill>
                  <a:srgbClr val="FF0000"/>
                </a:solidFill>
              </a:rPr>
              <a:t> ha</a:t>
            </a:r>
            <a:r>
              <a:rPr lang="en-GB" sz="1600" b="0" i="1" baseline="30000" dirty="0">
                <a:solidFill>
                  <a:srgbClr val="FF0000"/>
                </a:solidFill>
              </a:rPr>
              <a:t>-1</a:t>
            </a:r>
            <a:r>
              <a:rPr lang="en-GB" sz="1600" b="0" i="1" dirty="0">
                <a:solidFill>
                  <a:srgbClr val="FF0000"/>
                </a:solidFill>
              </a:rPr>
              <a:t> mm</a:t>
            </a:r>
            <a:r>
              <a:rPr lang="en-GB" sz="1600" b="0" i="1" baseline="30000" dirty="0">
                <a:solidFill>
                  <a:srgbClr val="FF0000"/>
                </a:solidFill>
              </a:rPr>
              <a:t>-1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79B466-FA1F-DA84-FA09-9F4ED345C045}"/>
              </a:ext>
            </a:extLst>
          </p:cNvPr>
          <p:cNvGrpSpPr/>
          <p:nvPr/>
        </p:nvGrpSpPr>
        <p:grpSpPr>
          <a:xfrm>
            <a:off x="6420368" y="642063"/>
            <a:ext cx="2605986" cy="3044863"/>
            <a:chOff x="6579392" y="467139"/>
            <a:chExt cx="2605986" cy="30448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E578BF7-538E-5591-6886-1FB976174C62}"/>
                </a:ext>
              </a:extLst>
            </p:cNvPr>
            <p:cNvSpPr/>
            <p:nvPr/>
          </p:nvSpPr>
          <p:spPr bwMode="auto">
            <a:xfrm>
              <a:off x="6611755" y="1023728"/>
              <a:ext cx="2447421" cy="248827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F891EB1-DB38-79BE-DE56-FA73D98477AA}"/>
                </a:ext>
              </a:extLst>
            </p:cNvPr>
            <p:cNvSpPr txBox="1"/>
            <p:nvPr/>
          </p:nvSpPr>
          <p:spPr>
            <a:xfrm>
              <a:off x="6759435" y="1878453"/>
              <a:ext cx="2150655" cy="707886"/>
            </a:xfrm>
            <a:prstGeom prst="rect">
              <a:avLst/>
            </a:prstGeom>
            <a:noFill/>
            <a:ln w="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000" dirty="0">
                  <a:solidFill>
                    <a:schemeClr val="accent2"/>
                  </a:solidFill>
                </a:rPr>
                <a:t>z = 0.01 (x + a)</a:t>
              </a:r>
            </a:p>
            <a:p>
              <a:r>
                <a:rPr lang="en-GB" sz="2000" dirty="0">
                  <a:solidFill>
                    <a:schemeClr val="accent2"/>
                  </a:solidFill>
                </a:rPr>
                <a:t>u = 30 z - 0.5 a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A6CF4DC-5176-6FA6-CBE5-5A234A76BFA7}"/>
                </a:ext>
              </a:extLst>
            </p:cNvPr>
            <p:cNvCxnSpPr/>
            <p:nvPr/>
          </p:nvCxnSpPr>
          <p:spPr bwMode="auto">
            <a:xfrm flipH="1">
              <a:off x="6920634" y="1738997"/>
              <a:ext cx="6940" cy="255671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521EE32-1731-B78A-B4A8-B8781A85BB05}"/>
                </a:ext>
              </a:extLst>
            </p:cNvPr>
            <p:cNvSpPr txBox="1"/>
            <p:nvPr/>
          </p:nvSpPr>
          <p:spPr>
            <a:xfrm>
              <a:off x="6671389" y="1351718"/>
              <a:ext cx="597115" cy="4001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/>
                <a:t>YC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DE62C3E-84A8-5E84-DD81-E73990B0AE7A}"/>
                </a:ext>
              </a:extLst>
            </p:cNvPr>
            <p:cNvCxnSpPr/>
            <p:nvPr/>
          </p:nvCxnSpPr>
          <p:spPr bwMode="auto">
            <a:xfrm>
              <a:off x="8385002" y="1411546"/>
              <a:ext cx="9940" cy="586437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CEF77C1-196A-9E39-BE38-3F5688346E09}"/>
                </a:ext>
              </a:extLst>
            </p:cNvPr>
            <p:cNvCxnSpPr/>
            <p:nvPr/>
          </p:nvCxnSpPr>
          <p:spPr bwMode="auto">
            <a:xfrm flipH="1">
              <a:off x="7980810" y="1735684"/>
              <a:ext cx="6940" cy="255671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3D34A36-4EF2-3F1B-0A57-3F48AED5DAA7}"/>
                </a:ext>
              </a:extLst>
            </p:cNvPr>
            <p:cNvSpPr txBox="1"/>
            <p:nvPr/>
          </p:nvSpPr>
          <p:spPr>
            <a:xfrm>
              <a:off x="7583558" y="1355033"/>
              <a:ext cx="801440" cy="4001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/>
                <a:t>Rain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1B845DA-F310-750A-D60A-8BF61AB9218E}"/>
                </a:ext>
              </a:extLst>
            </p:cNvPr>
            <p:cNvSpPr txBox="1"/>
            <p:nvPr/>
          </p:nvSpPr>
          <p:spPr>
            <a:xfrm>
              <a:off x="7656436" y="990598"/>
              <a:ext cx="1528942" cy="4001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/>
                <a:t>Irrigation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8B79CF5-523E-B63B-F71C-A808449280C4}"/>
                </a:ext>
              </a:extLst>
            </p:cNvPr>
            <p:cNvSpPr txBox="1"/>
            <p:nvPr/>
          </p:nvSpPr>
          <p:spPr>
            <a:xfrm>
              <a:off x="7000463" y="467139"/>
              <a:ext cx="1644341" cy="523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i="1">
                  <a:solidFill>
                    <a:schemeClr val="accent2"/>
                  </a:solidFill>
                </a:rPr>
                <a:t>Model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0018348-F2F5-1320-72DE-2E84F245534C}"/>
                </a:ext>
              </a:extLst>
            </p:cNvPr>
            <p:cNvSpPr txBox="1"/>
            <p:nvPr/>
          </p:nvSpPr>
          <p:spPr>
            <a:xfrm>
              <a:off x="6579392" y="2742561"/>
              <a:ext cx="1222826" cy="76944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2200"/>
                <a:t>Timber</a:t>
              </a:r>
            </a:p>
            <a:p>
              <a:r>
                <a:rPr lang="en-GB" sz="2200"/>
                <a:t>price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E14B6A-316D-8865-477C-A9A81046F9A7}"/>
                </a:ext>
              </a:extLst>
            </p:cNvPr>
            <p:cNvSpPr txBox="1"/>
            <p:nvPr/>
          </p:nvSpPr>
          <p:spPr>
            <a:xfrm>
              <a:off x="7614307" y="2741710"/>
              <a:ext cx="1484625" cy="76944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2200"/>
                <a:t>Irrigation costs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1C158D-693B-1103-5E69-0B9AA0EB1B58}"/>
                </a:ext>
              </a:extLst>
            </p:cNvPr>
            <p:cNvSpPr txBox="1"/>
            <p:nvPr/>
          </p:nvSpPr>
          <p:spPr>
            <a:xfrm>
              <a:off x="7030280" y="990601"/>
              <a:ext cx="801440" cy="4001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/>
                <a:t>WUE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A7FBDF0-C377-D751-6A0D-3E81F98D6FC2}"/>
                </a:ext>
              </a:extLst>
            </p:cNvPr>
            <p:cNvCxnSpPr>
              <a:stCxn id="26" idx="2"/>
            </p:cNvCxnSpPr>
            <p:nvPr/>
          </p:nvCxnSpPr>
          <p:spPr bwMode="auto">
            <a:xfrm flipH="1">
              <a:off x="7429703" y="1390711"/>
              <a:ext cx="1297" cy="600644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383305F-58C5-9F2E-2121-6B715BCF5B48}"/>
                </a:ext>
              </a:extLst>
            </p:cNvPr>
            <p:cNvCxnSpPr/>
            <p:nvPr/>
          </p:nvCxnSpPr>
          <p:spPr bwMode="auto">
            <a:xfrm flipV="1">
              <a:off x="8249478" y="2474843"/>
              <a:ext cx="0" cy="384659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06CA51D-6933-0DBD-82A4-948894D82A4C}"/>
                </a:ext>
              </a:extLst>
            </p:cNvPr>
            <p:cNvCxnSpPr/>
            <p:nvPr/>
          </p:nvCxnSpPr>
          <p:spPr bwMode="auto">
            <a:xfrm flipV="1">
              <a:off x="7447720" y="2478158"/>
              <a:ext cx="0" cy="384659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9C2D3A7-7654-5891-E9FF-934D73A1DD8D}"/>
              </a:ext>
            </a:extLst>
          </p:cNvPr>
          <p:cNvGrpSpPr/>
          <p:nvPr/>
        </p:nvGrpSpPr>
        <p:grpSpPr>
          <a:xfrm>
            <a:off x="925513" y="921846"/>
            <a:ext cx="4647879" cy="3031970"/>
            <a:chOff x="925513" y="876129"/>
            <a:chExt cx="4647879" cy="303197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6EF9A4-8F7B-BC21-B6BC-0AA407F6B815}"/>
                </a:ext>
              </a:extLst>
            </p:cNvPr>
            <p:cNvSpPr txBox="1"/>
            <p:nvPr/>
          </p:nvSpPr>
          <p:spPr>
            <a:xfrm>
              <a:off x="3911094" y="3323324"/>
              <a:ext cx="1380963" cy="5847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i="1" dirty="0">
                  <a:solidFill>
                    <a:schemeClr val="tx2"/>
                  </a:solidFill>
                </a:rPr>
                <a:t>YC = 6</a:t>
              </a:r>
            </a:p>
            <a:p>
              <a:r>
                <a:rPr lang="en-GB" sz="1600" b="0" i="1" dirty="0">
                  <a:solidFill>
                    <a:schemeClr val="tx2"/>
                  </a:solidFill>
                </a:rPr>
                <a:t> m</a:t>
              </a:r>
              <a:r>
                <a:rPr lang="en-GB" sz="1600" b="0" i="1" baseline="30000" dirty="0">
                  <a:solidFill>
                    <a:schemeClr val="tx2"/>
                  </a:solidFill>
                </a:rPr>
                <a:t>3</a:t>
              </a:r>
              <a:r>
                <a:rPr lang="en-GB" sz="1600" b="0" i="1" dirty="0">
                  <a:solidFill>
                    <a:schemeClr val="tx2"/>
                  </a:solidFill>
                </a:rPr>
                <a:t> ha</a:t>
              </a:r>
              <a:r>
                <a:rPr lang="en-GB" sz="1600" b="0" i="1" baseline="30000" dirty="0">
                  <a:solidFill>
                    <a:schemeClr val="tx2"/>
                  </a:solidFill>
                </a:rPr>
                <a:t>-1</a:t>
              </a:r>
              <a:r>
                <a:rPr lang="en-GB" sz="1600" b="0" i="1" dirty="0">
                  <a:solidFill>
                    <a:schemeClr val="tx2"/>
                  </a:solidFill>
                </a:rPr>
                <a:t> y</a:t>
              </a:r>
              <a:r>
                <a:rPr lang="en-GB" sz="1600" b="0" i="1" baseline="30000" dirty="0">
                  <a:solidFill>
                    <a:schemeClr val="tx2"/>
                  </a:solidFill>
                </a:rPr>
                <a:t>-1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CBFD4BA-4B5E-D5BB-E087-8DFC3490EA90}"/>
                </a:ext>
              </a:extLst>
            </p:cNvPr>
            <p:cNvSpPr txBox="1"/>
            <p:nvPr/>
          </p:nvSpPr>
          <p:spPr>
            <a:xfrm>
              <a:off x="925513" y="2411607"/>
              <a:ext cx="1190821" cy="5847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600" b="0" i="1" dirty="0">
                  <a:solidFill>
                    <a:schemeClr val="accent2"/>
                  </a:solidFill>
                </a:rPr>
                <a:t>£ 0.00</a:t>
              </a:r>
            </a:p>
            <a:p>
              <a:pPr algn="r"/>
              <a:r>
                <a:rPr lang="en-GB" sz="1600" b="0" i="1" dirty="0">
                  <a:solidFill>
                    <a:schemeClr val="accent2"/>
                  </a:solidFill>
                </a:rPr>
                <a:t>ha</a:t>
              </a:r>
              <a:r>
                <a:rPr lang="en-GB" sz="1600" b="0" i="1" baseline="30000" dirty="0">
                  <a:solidFill>
                    <a:schemeClr val="accent2"/>
                  </a:solidFill>
                </a:rPr>
                <a:t>-1</a:t>
              </a:r>
              <a:r>
                <a:rPr lang="en-GB" sz="1600" b="0" i="1" dirty="0">
                  <a:solidFill>
                    <a:schemeClr val="accent2"/>
                  </a:solidFill>
                </a:rPr>
                <a:t> y</a:t>
              </a:r>
              <a:r>
                <a:rPr lang="en-GB" sz="1600" b="0" i="1" baseline="30000" dirty="0">
                  <a:solidFill>
                    <a:schemeClr val="accent2"/>
                  </a:solidFill>
                </a:rPr>
                <a:t>-1</a:t>
              </a:r>
              <a:endParaRPr lang="en-GB" sz="1600" b="0" i="1" dirty="0">
                <a:solidFill>
                  <a:schemeClr val="accent2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6B49F86-9681-CBA2-2CCF-F76D9486E94F}"/>
                </a:ext>
              </a:extLst>
            </p:cNvPr>
            <p:cNvSpPr txBox="1"/>
            <p:nvPr/>
          </p:nvSpPr>
          <p:spPr>
            <a:xfrm>
              <a:off x="4382571" y="2397072"/>
              <a:ext cx="1190821" cy="5847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i="1" dirty="0">
                  <a:solidFill>
                    <a:schemeClr val="accent2"/>
                  </a:solidFill>
                </a:rPr>
                <a:t>£ 180.00 ha</a:t>
              </a:r>
              <a:r>
                <a:rPr lang="en-GB" sz="1600" b="0" i="1" baseline="30000" dirty="0">
                  <a:solidFill>
                    <a:schemeClr val="accent2"/>
                  </a:solidFill>
                </a:rPr>
                <a:t>-1</a:t>
              </a:r>
              <a:r>
                <a:rPr lang="en-GB" sz="1600" b="0" i="1" dirty="0">
                  <a:solidFill>
                    <a:schemeClr val="accent2"/>
                  </a:solidFill>
                </a:rPr>
                <a:t> y</a:t>
              </a:r>
              <a:r>
                <a:rPr lang="en-GB" sz="1600" b="0" i="1" baseline="30000" dirty="0">
                  <a:solidFill>
                    <a:schemeClr val="accent2"/>
                  </a:solidFill>
                </a:rPr>
                <a:t>-1</a:t>
              </a:r>
              <a:endParaRPr lang="en-GB" sz="1600" b="0" i="1" dirty="0">
                <a:solidFill>
                  <a:schemeClr val="accent2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C1A28D5-3E16-B939-3839-AB0216D2D770}"/>
                </a:ext>
              </a:extLst>
            </p:cNvPr>
            <p:cNvSpPr txBox="1"/>
            <p:nvPr/>
          </p:nvSpPr>
          <p:spPr>
            <a:xfrm>
              <a:off x="2452305" y="876129"/>
              <a:ext cx="1290705" cy="5847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0" i="1" dirty="0">
                  <a:solidFill>
                    <a:schemeClr val="accent2"/>
                  </a:solidFill>
                </a:rPr>
                <a:t>£ 180.00 ha</a:t>
              </a:r>
              <a:r>
                <a:rPr lang="en-GB" sz="1600" b="0" i="1" baseline="30000" dirty="0">
                  <a:solidFill>
                    <a:schemeClr val="accent2"/>
                  </a:solidFill>
                </a:rPr>
                <a:t>-1</a:t>
              </a:r>
              <a:r>
                <a:rPr lang="en-GB" sz="1600" b="0" i="1" dirty="0">
                  <a:solidFill>
                    <a:schemeClr val="accent2"/>
                  </a:solidFill>
                </a:rPr>
                <a:t> y</a:t>
              </a:r>
              <a:r>
                <a:rPr lang="en-GB" sz="1600" b="0" i="1" baseline="30000" dirty="0">
                  <a:solidFill>
                    <a:schemeClr val="accent2"/>
                  </a:solidFill>
                </a:rPr>
                <a:t>-1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E876B2E4-92D3-7D3F-07CE-4FCF587CB685}"/>
              </a:ext>
            </a:extLst>
          </p:cNvPr>
          <p:cNvSpPr txBox="1"/>
          <p:nvPr/>
        </p:nvSpPr>
        <p:spPr>
          <a:xfrm>
            <a:off x="2393526" y="5422524"/>
            <a:ext cx="1073428" cy="646331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800" dirty="0">
                <a:solidFill>
                  <a:srgbClr val="009900"/>
                </a:solidFill>
              </a:rPr>
              <a:t>400</a:t>
            </a:r>
          </a:p>
          <a:p>
            <a:pPr algn="ctr"/>
            <a:r>
              <a:rPr lang="en-GB" sz="1800" dirty="0">
                <a:solidFill>
                  <a:srgbClr val="009900"/>
                </a:solidFill>
              </a:rPr>
              <a:t>--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569D356-0430-3860-916A-F7E5B7AF49B4}"/>
              </a:ext>
            </a:extLst>
          </p:cNvPr>
          <p:cNvGrpSpPr/>
          <p:nvPr/>
        </p:nvGrpSpPr>
        <p:grpSpPr>
          <a:xfrm>
            <a:off x="1267031" y="620659"/>
            <a:ext cx="4230099" cy="3092045"/>
            <a:chOff x="1267031" y="620659"/>
            <a:chExt cx="4230099" cy="309204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4C69ABF-D5EE-2451-F1AD-8D5F19F22D92}"/>
                </a:ext>
              </a:extLst>
            </p:cNvPr>
            <p:cNvSpPr txBox="1"/>
            <p:nvPr/>
          </p:nvSpPr>
          <p:spPr>
            <a:xfrm>
              <a:off x="1267031" y="2162997"/>
              <a:ext cx="1073428" cy="6463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800" dirty="0">
                  <a:solidFill>
                    <a:srgbClr val="009900"/>
                  </a:solidFill>
                </a:rPr>
                <a:t>200.00</a:t>
              </a:r>
            </a:p>
            <a:p>
              <a:pPr algn="ctr"/>
              <a:r>
                <a:rPr lang="en-GB" sz="1800" dirty="0">
                  <a:solidFill>
                    <a:srgbClr val="009900"/>
                  </a:solidFill>
                </a:rPr>
                <a:t>-----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362D381-3E36-6CD1-0493-43DD48D7FA51}"/>
                </a:ext>
              </a:extLst>
            </p:cNvPr>
            <p:cNvSpPr txBox="1"/>
            <p:nvPr/>
          </p:nvSpPr>
          <p:spPr>
            <a:xfrm>
              <a:off x="4048706" y="3066373"/>
              <a:ext cx="1073428" cy="6463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800" dirty="0">
                  <a:solidFill>
                    <a:srgbClr val="009900"/>
                  </a:solidFill>
                </a:rPr>
                <a:t>10</a:t>
              </a:r>
            </a:p>
            <a:p>
              <a:pPr algn="ctr"/>
              <a:r>
                <a:rPr lang="en-GB" sz="1800" dirty="0">
                  <a:solidFill>
                    <a:srgbClr val="009900"/>
                  </a:solidFill>
                </a:rPr>
                <a:t>---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3A2569C-91B0-DE69-3348-066BFB43DE46}"/>
                </a:ext>
              </a:extLst>
            </p:cNvPr>
            <p:cNvSpPr txBox="1"/>
            <p:nvPr/>
          </p:nvSpPr>
          <p:spPr>
            <a:xfrm>
              <a:off x="4423702" y="2134158"/>
              <a:ext cx="1073428" cy="6463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800" dirty="0">
                  <a:solidFill>
                    <a:srgbClr val="009900"/>
                  </a:solidFill>
                </a:rPr>
                <a:t>300.00</a:t>
              </a:r>
            </a:p>
            <a:p>
              <a:pPr algn="ctr"/>
              <a:r>
                <a:rPr lang="en-GB" sz="1800" dirty="0">
                  <a:solidFill>
                    <a:srgbClr val="009900"/>
                  </a:solidFill>
                </a:rPr>
                <a:t>--------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983A1E-B2C2-5CA5-5090-0B3D3544A7D0}"/>
                </a:ext>
              </a:extLst>
            </p:cNvPr>
            <p:cNvSpPr txBox="1"/>
            <p:nvPr/>
          </p:nvSpPr>
          <p:spPr>
            <a:xfrm>
              <a:off x="2609521" y="620659"/>
              <a:ext cx="1073428" cy="6463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800" dirty="0">
                  <a:solidFill>
                    <a:srgbClr val="009900"/>
                  </a:solidFill>
                </a:rPr>
                <a:t>100.00</a:t>
              </a:r>
            </a:p>
            <a:p>
              <a:pPr algn="ctr"/>
              <a:r>
                <a:rPr lang="en-GB" sz="1800" dirty="0">
                  <a:solidFill>
                    <a:srgbClr val="009900"/>
                  </a:solidFill>
                </a:rPr>
                <a:t>--------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E84BA4B-97DA-67F8-C5AA-869EE141ACDD}"/>
              </a:ext>
            </a:extLst>
          </p:cNvPr>
          <p:cNvSpPr txBox="1"/>
          <p:nvPr/>
        </p:nvSpPr>
        <p:spPr>
          <a:xfrm>
            <a:off x="4510887" y="4214511"/>
            <a:ext cx="1834565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b="0" i="1" dirty="0">
                <a:solidFill>
                  <a:srgbClr val="FF0000"/>
                </a:solidFill>
              </a:rPr>
              <a:t>𝜺 = 0</a:t>
            </a:r>
          </a:p>
          <a:p>
            <a:pPr algn="ctr"/>
            <a:r>
              <a:rPr lang="en-GB" sz="1600" b="0" i="1" dirty="0">
                <a:solidFill>
                  <a:srgbClr val="FF0000"/>
                </a:solidFill>
              </a:rPr>
              <a:t>m</a:t>
            </a:r>
            <a:r>
              <a:rPr lang="en-GB" sz="1600" b="0" i="1" baseline="30000" dirty="0">
                <a:solidFill>
                  <a:srgbClr val="FF0000"/>
                </a:solidFill>
              </a:rPr>
              <a:t>3</a:t>
            </a:r>
            <a:r>
              <a:rPr lang="en-GB" sz="1600" b="0" i="1" dirty="0">
                <a:solidFill>
                  <a:srgbClr val="FF0000"/>
                </a:solidFill>
              </a:rPr>
              <a:t> ha</a:t>
            </a:r>
            <a:r>
              <a:rPr lang="en-GB" sz="1600" b="0" i="1" baseline="30000" dirty="0">
                <a:solidFill>
                  <a:srgbClr val="FF0000"/>
                </a:solidFill>
              </a:rPr>
              <a:t>-1</a:t>
            </a:r>
            <a:r>
              <a:rPr lang="en-GB" sz="1600" b="0" i="1" dirty="0">
                <a:solidFill>
                  <a:srgbClr val="FF0000"/>
                </a:solidFill>
              </a:rPr>
              <a:t> y</a:t>
            </a:r>
            <a:r>
              <a:rPr lang="en-GB" sz="1600" b="0" i="1" baseline="30000" dirty="0">
                <a:solidFill>
                  <a:srgbClr val="FF0000"/>
                </a:solidFill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1456993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36" grpId="0"/>
      <p:bldP spid="4" grpId="0"/>
      <p:bldP spid="4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38CB9-EC3B-1236-76A1-EAE6B7E8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Gonzales-Redin et al. (2016)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C2D103-46F5-B1E5-76BB-FED5C7CAC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90702"/>
            <a:ext cx="7772400" cy="52765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A64471-5583-1DDB-E7EA-13B4A36DB957}"/>
              </a:ext>
            </a:extLst>
          </p:cNvPr>
          <p:cNvSpPr txBox="1"/>
          <p:nvPr/>
        </p:nvSpPr>
        <p:spPr>
          <a:xfrm>
            <a:off x="816424" y="6185263"/>
            <a:ext cx="7707086" cy="46166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GB" b="0" dirty="0">
                <a:latin typeface="Times New Roman" panose="02020603050405020304" pitchFamily="18" charset="0"/>
              </a:rPr>
              <a:t>Gonzalez Redin, J. et al. (2016). Spatial Bayesian belief networks as a planning decision tool for mapping ecosystem services trade-offs on forested landscapes. Environmental Research 144: 15-26.</a:t>
            </a:r>
            <a:endParaRPr lang="en-US" sz="2200" b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660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383CE-B05A-0B9F-73C9-417B6FC18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>
            <a:extLst>
              <a:ext uri="{FF2B5EF4-FFF2-40B4-BE49-F238E27FC236}">
                <a16:creationId xmlns:a16="http://schemas.microsoft.com/office/drawing/2014/main" id="{7E9B384A-B4D0-7D67-1D8D-4FBC9AE149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4833" y="2080812"/>
            <a:ext cx="3713167" cy="2115675"/>
          </a:xfrm>
        </p:spPr>
        <p:txBody>
          <a:bodyPr/>
          <a:lstStyle/>
          <a:p>
            <a:pPr eaLnBrk="1" hangingPunct="1">
              <a:spcBef>
                <a:spcPts val="50"/>
              </a:spcBef>
              <a:spcAft>
                <a:spcPts val="0"/>
              </a:spcAft>
              <a:defRPr/>
            </a:pPr>
            <a:r>
              <a:rPr lang="en-US" sz="2400" u="sng" dirty="0">
                <a:effectLst/>
              </a:rPr>
              <a:t>5</a:t>
            </a:r>
            <a:r>
              <a:rPr lang="en-GB" sz="2400" u="sng" dirty="0">
                <a:effectLst/>
              </a:rPr>
              <a:t>.</a:t>
            </a:r>
            <a:br>
              <a:rPr lang="en-GB" sz="2400" dirty="0">
                <a:effectLst/>
              </a:rPr>
            </a:br>
            <a:r>
              <a:rPr lang="en-GB" sz="2400" dirty="0">
                <a:effectLst/>
              </a:rPr>
              <a:t>Links between PRA and BDT</a:t>
            </a:r>
          </a:p>
        </p:txBody>
      </p:sp>
      <p:pic>
        <p:nvPicPr>
          <p:cNvPr id="8" name="Picture 974" descr="P6260402small">
            <a:extLst>
              <a:ext uri="{FF2B5EF4-FFF2-40B4-BE49-F238E27FC236}">
                <a16:creationId xmlns:a16="http://schemas.microsoft.com/office/drawing/2014/main" id="{2FE03CFB-6A50-0FEF-41F5-02556E006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18199" y="2017152"/>
            <a:ext cx="1651933" cy="217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285935-ED73-1547-AFC6-1CBD775D20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5600" y="2080812"/>
            <a:ext cx="1651933" cy="21220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DF79BB-73C9-8A51-78E4-034D4EDD5E23}"/>
              </a:ext>
            </a:extLst>
          </p:cNvPr>
          <p:cNvSpPr txBox="1"/>
          <p:nvPr/>
        </p:nvSpPr>
        <p:spPr>
          <a:xfrm>
            <a:off x="2756335" y="4032405"/>
            <a:ext cx="1242257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GB" sz="2200" dirty="0">
                <a:solidFill>
                  <a:srgbClr val="FF0000"/>
                </a:solidFill>
              </a:rPr>
              <a:t> </a:t>
            </a:r>
            <a:r>
              <a:rPr lang="en-GB" sz="800" b="0" dirty="0"/>
              <a:t>USGS CC PDM 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921FB8-7F80-EFD6-47B3-B8D3A6572756}"/>
              </a:ext>
            </a:extLst>
          </p:cNvPr>
          <p:cNvSpPr txBox="1"/>
          <p:nvPr/>
        </p:nvSpPr>
        <p:spPr>
          <a:xfrm>
            <a:off x="998999" y="6497458"/>
            <a:ext cx="7152128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1600" b="0" i="1" dirty="0"/>
              <a:t>Workshop IBS-Germany &amp; DVFFA, Lübeck, 2025-09-24-26</a:t>
            </a:r>
            <a:endParaRPr lang="en-US" sz="1600" b="0" i="1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97DD9F4-4B52-02C7-C3A5-61B30D847D6A}"/>
              </a:ext>
            </a:extLst>
          </p:cNvPr>
          <p:cNvCxnSpPr/>
          <p:nvPr/>
        </p:nvCxnSpPr>
        <p:spPr bwMode="auto">
          <a:xfrm>
            <a:off x="0" y="6485266"/>
            <a:ext cx="9144000" cy="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11904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487"/>
    </mc:Choice>
    <mc:Fallback xmlns="">
      <p:transition spd="slow" advTm="34487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9BF32-4ABB-91E3-BB23-E68C2265C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>
            <a:extLst>
              <a:ext uri="{FF2B5EF4-FFF2-40B4-BE49-F238E27FC236}">
                <a16:creationId xmlns:a16="http://schemas.microsoft.com/office/drawing/2014/main" id="{414C739C-2057-2A7C-84BF-3F02166F0A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4833" y="2080812"/>
            <a:ext cx="3713167" cy="2115675"/>
          </a:xfrm>
        </p:spPr>
        <p:txBody>
          <a:bodyPr/>
          <a:lstStyle/>
          <a:p>
            <a:pPr eaLnBrk="1" hangingPunct="1">
              <a:spcBef>
                <a:spcPts val="50"/>
              </a:spcBef>
              <a:spcAft>
                <a:spcPts val="0"/>
              </a:spcAft>
              <a:defRPr/>
            </a:pPr>
            <a:r>
              <a:rPr lang="en-US" sz="2400" u="sng" dirty="0">
                <a:effectLst/>
              </a:rPr>
              <a:t>6</a:t>
            </a:r>
            <a:r>
              <a:rPr lang="en-GB" sz="2400" u="sng" dirty="0">
                <a:effectLst/>
              </a:rPr>
              <a:t>.</a:t>
            </a:r>
            <a:br>
              <a:rPr lang="en-GB" sz="2400" dirty="0">
                <a:effectLst/>
              </a:rPr>
            </a:br>
            <a:r>
              <a:rPr lang="en-GB" sz="2400" dirty="0">
                <a:effectLst/>
              </a:rPr>
              <a:t>General discussion</a:t>
            </a:r>
          </a:p>
        </p:txBody>
      </p:sp>
      <p:pic>
        <p:nvPicPr>
          <p:cNvPr id="8" name="Picture 974" descr="P6260402small">
            <a:extLst>
              <a:ext uri="{FF2B5EF4-FFF2-40B4-BE49-F238E27FC236}">
                <a16:creationId xmlns:a16="http://schemas.microsoft.com/office/drawing/2014/main" id="{0036D626-79A1-1556-7788-3D8FE1568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18199" y="2017152"/>
            <a:ext cx="1651933" cy="217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30F6AB-6DF7-92AA-00F5-C7B16B0139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5600" y="2080812"/>
            <a:ext cx="1651933" cy="21220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240299-3180-8EDE-0A7E-401B609685ED}"/>
              </a:ext>
            </a:extLst>
          </p:cNvPr>
          <p:cNvSpPr txBox="1"/>
          <p:nvPr/>
        </p:nvSpPr>
        <p:spPr>
          <a:xfrm>
            <a:off x="2756335" y="4032405"/>
            <a:ext cx="1242257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GB" sz="2200" dirty="0">
                <a:solidFill>
                  <a:srgbClr val="FF0000"/>
                </a:solidFill>
              </a:rPr>
              <a:t> </a:t>
            </a:r>
            <a:r>
              <a:rPr lang="en-GB" sz="800" b="0" dirty="0"/>
              <a:t>USGS CC PDM 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F2D304-BBAE-6772-12BE-B39300666761}"/>
              </a:ext>
            </a:extLst>
          </p:cNvPr>
          <p:cNvSpPr txBox="1"/>
          <p:nvPr/>
        </p:nvSpPr>
        <p:spPr>
          <a:xfrm>
            <a:off x="998999" y="6497458"/>
            <a:ext cx="7152128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1600" b="0" i="1" dirty="0"/>
              <a:t>Workshop IBS-Germany &amp; DVFFA, Lübeck, 2025-09-24-26</a:t>
            </a:r>
            <a:endParaRPr lang="en-US" sz="1600" b="0" i="1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796D43-D005-0FF7-290A-567E89E46CE7}"/>
              </a:ext>
            </a:extLst>
          </p:cNvPr>
          <p:cNvCxnSpPr/>
          <p:nvPr/>
        </p:nvCxnSpPr>
        <p:spPr bwMode="auto">
          <a:xfrm>
            <a:off x="0" y="6485266"/>
            <a:ext cx="9144000" cy="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721093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487"/>
    </mc:Choice>
    <mc:Fallback xmlns="">
      <p:transition spd="slow" advTm="34487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500" dirty="0"/>
              <a:t>Theory development: PRA &amp; BDT</a:t>
            </a:r>
          </a:p>
        </p:txBody>
      </p:sp>
      <p:cxnSp>
        <p:nvCxnSpPr>
          <p:cNvPr id="20" name="Straight Connector 19"/>
          <p:cNvCxnSpPr>
            <a:cxnSpLocks/>
          </p:cNvCxnSpPr>
          <p:nvPr/>
        </p:nvCxnSpPr>
        <p:spPr bwMode="auto">
          <a:xfrm>
            <a:off x="0" y="3097223"/>
            <a:ext cx="9144000" cy="0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A8E73FE-E275-E94A-9874-88A11A5C81BC}"/>
              </a:ext>
            </a:extLst>
          </p:cNvPr>
          <p:cNvGrpSpPr/>
          <p:nvPr/>
        </p:nvGrpSpPr>
        <p:grpSpPr>
          <a:xfrm>
            <a:off x="1691447" y="658984"/>
            <a:ext cx="5868641" cy="2297197"/>
            <a:chOff x="1691447" y="658984"/>
            <a:chExt cx="5868641" cy="2297197"/>
          </a:xfrm>
        </p:grpSpPr>
        <p:grpSp>
          <p:nvGrpSpPr>
            <p:cNvPr id="12" name="Group 11"/>
            <p:cNvGrpSpPr/>
            <p:nvPr/>
          </p:nvGrpSpPr>
          <p:grpSpPr>
            <a:xfrm>
              <a:off x="3674828" y="1117425"/>
              <a:ext cx="1827802" cy="1830851"/>
              <a:chOff x="2643958" y="1223493"/>
              <a:chExt cx="1827802" cy="1830851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 rotWithShape="1">
              <a:blip r:embed="rId2"/>
              <a:srcRect l="49428" t="5481" b="49983"/>
              <a:stretch/>
            </p:blipFill>
            <p:spPr>
              <a:xfrm>
                <a:off x="2663782" y="1223493"/>
                <a:ext cx="1804785" cy="1830851"/>
              </a:xfrm>
              <a:prstGeom prst="rect">
                <a:avLst/>
              </a:prstGeom>
            </p:spPr>
          </p:pic>
          <p:sp>
            <p:nvSpPr>
              <p:cNvPr id="11" name="TextBox 10"/>
              <p:cNvSpPr txBox="1"/>
              <p:nvPr/>
            </p:nvSpPr>
            <p:spPr>
              <a:xfrm>
                <a:off x="2643958" y="1280915"/>
                <a:ext cx="1827802" cy="292388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txBody>
              <a:bodyPr wrap="square" lIns="0" tIns="0" rIns="0" bIns="0" rtlCol="0" anchor="ctr" anchorCtr="1">
                <a:spAutoFit/>
              </a:bodyPr>
              <a:lstStyle/>
              <a:p>
                <a:pPr algn="ctr"/>
                <a:r>
                  <a:rPr lang="en-GB" sz="1900" dirty="0">
                    <a:solidFill>
                      <a:srgbClr val="FF0000"/>
                    </a:solidFill>
                  </a:rPr>
                  <a:t>Risk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1691447" y="1109102"/>
              <a:ext cx="1765153" cy="1847079"/>
              <a:chOff x="7249486" y="3286540"/>
              <a:chExt cx="1765153" cy="1847079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2"/>
              <a:srcRect t="56655" r="51233" b="-1"/>
              <a:stretch/>
            </p:blipFill>
            <p:spPr>
              <a:xfrm>
                <a:off x="7249486" y="3326296"/>
                <a:ext cx="1765153" cy="1807323"/>
              </a:xfrm>
              <a:prstGeom prst="rect">
                <a:avLst/>
              </a:prstGeom>
            </p:spPr>
          </p:pic>
          <p:sp>
            <p:nvSpPr>
              <p:cNvPr id="13" name="TextBox 12"/>
              <p:cNvSpPr txBox="1"/>
              <p:nvPr/>
            </p:nvSpPr>
            <p:spPr>
              <a:xfrm>
                <a:off x="7350279" y="3286540"/>
                <a:ext cx="1558344" cy="384721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GB" sz="1900" dirty="0"/>
                  <a:t>p(Drought)</a:t>
                </a: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5714472" y="1096685"/>
              <a:ext cx="1845616" cy="1851591"/>
              <a:chOff x="3421845" y="4056845"/>
              <a:chExt cx="1845616" cy="1851591"/>
            </a:xfrm>
          </p:grpSpPr>
          <p:pic>
            <p:nvPicPr>
              <p:cNvPr id="7" name="Picture 6"/>
              <p:cNvPicPr>
                <a:picLocks noChangeAspect="1"/>
              </p:cNvPicPr>
              <p:nvPr/>
            </p:nvPicPr>
            <p:blipFill rotWithShape="1">
              <a:blip r:embed="rId2"/>
              <a:srcRect t="5694" r="50424" b="50423"/>
              <a:stretch/>
            </p:blipFill>
            <p:spPr>
              <a:xfrm>
                <a:off x="3451541" y="4056845"/>
                <a:ext cx="1815920" cy="1851591"/>
              </a:xfrm>
              <a:prstGeom prst="rect">
                <a:avLst/>
              </a:prstGeom>
            </p:spPr>
          </p:pic>
          <p:sp>
            <p:nvSpPr>
              <p:cNvPr id="14" name="TextBox 13"/>
              <p:cNvSpPr txBox="1"/>
              <p:nvPr/>
            </p:nvSpPr>
            <p:spPr>
              <a:xfrm>
                <a:off x="3421845" y="4077352"/>
                <a:ext cx="1752852" cy="384721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GB" sz="1900"/>
                  <a:t>Vulnerability</a:t>
                </a:r>
                <a:endParaRPr lang="en-GB" sz="1900" dirty="0"/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1771464" y="658984"/>
              <a:ext cx="5744152" cy="33855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GB" sz="1600" b="0" dirty="0"/>
                <a:t>Risk = Expected loss = probability(Hazard) * Vulnerability</a:t>
              </a:r>
            </a:p>
          </p:txBody>
        </p:sp>
        <p:sp>
          <p:nvSpPr>
            <p:cNvPr id="21" name="Right Arrow 20"/>
            <p:cNvSpPr/>
            <p:nvPr/>
          </p:nvSpPr>
          <p:spPr bwMode="auto">
            <a:xfrm>
              <a:off x="2959644" y="1848922"/>
              <a:ext cx="781879" cy="503583"/>
            </a:xfrm>
            <a:prstGeom prst="rightArrow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" name="Left Arrow 21"/>
            <p:cNvSpPr/>
            <p:nvPr/>
          </p:nvSpPr>
          <p:spPr bwMode="auto">
            <a:xfrm>
              <a:off x="5489853" y="1848922"/>
              <a:ext cx="715402" cy="503582"/>
            </a:xfrm>
            <a:prstGeom prst="leftArrow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3407532-C77E-A448-BF8A-3B2D30FA7196}"/>
              </a:ext>
            </a:extLst>
          </p:cNvPr>
          <p:cNvCxnSpPr>
            <a:cxnSpLocks/>
          </p:cNvCxnSpPr>
          <p:nvPr/>
        </p:nvCxnSpPr>
        <p:spPr bwMode="auto">
          <a:xfrm flipH="1">
            <a:off x="1541568" y="517525"/>
            <a:ext cx="1" cy="6340475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E053BF0-E08E-994F-A9FD-813D0F89BE5F}"/>
              </a:ext>
            </a:extLst>
          </p:cNvPr>
          <p:cNvSpPr txBox="1"/>
          <p:nvPr/>
        </p:nvSpPr>
        <p:spPr>
          <a:xfrm>
            <a:off x="42458" y="660127"/>
            <a:ext cx="1440627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r"/>
            <a:r>
              <a:rPr lang="en-GB" sz="1600" b="0" dirty="0"/>
              <a:t>Probabilistic Risk Analysis (PRA)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9F6F31-9E69-3245-BD49-03FC78D7CDAE}"/>
              </a:ext>
            </a:extLst>
          </p:cNvPr>
          <p:cNvSpPr txBox="1"/>
          <p:nvPr/>
        </p:nvSpPr>
        <p:spPr>
          <a:xfrm>
            <a:off x="246414" y="3222168"/>
            <a:ext cx="1386444" cy="1077218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r"/>
            <a:r>
              <a:rPr lang="en-GB" sz="1600" b="0" dirty="0"/>
              <a:t>Bayesian Decision Theory</a:t>
            </a:r>
          </a:p>
          <a:p>
            <a:pPr algn="r"/>
            <a:r>
              <a:rPr lang="en-GB" sz="1600" b="0" dirty="0"/>
              <a:t>(BDT)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185FE067-A58C-63A6-A9D7-0AC3DFA05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644" y="3303190"/>
            <a:ext cx="4035274" cy="331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281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500" dirty="0"/>
              <a:t>Data &amp; Process-Based Modelling (PBM)</a:t>
            </a:r>
          </a:p>
        </p:txBody>
      </p:sp>
      <p:sp>
        <p:nvSpPr>
          <p:cNvPr id="24" name="Text Box 966">
            <a:extLst>
              <a:ext uri="{FF2B5EF4-FFF2-40B4-BE49-F238E27FC236}">
                <a16:creationId xmlns:a16="http://schemas.microsoft.com/office/drawing/2014/main" id="{5F15D4A9-E20A-524C-9458-AB8A95AA6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930" y="1414483"/>
            <a:ext cx="5842656" cy="1200329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GB" sz="1800" b="0" u="sng" dirty="0"/>
              <a:t>Data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800" b="0" dirty="0"/>
              <a:t>Performance of conifer spp. in UK, Spain, Finland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800" b="0" dirty="0"/>
              <a:t>Environmental conditions (soil, past &amp; future climate)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800" b="0" dirty="0"/>
              <a:t>Forest management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DD5B04-86F9-3C49-9474-1382B07D4255}"/>
              </a:ext>
            </a:extLst>
          </p:cNvPr>
          <p:cNvGrpSpPr/>
          <p:nvPr/>
        </p:nvGrpSpPr>
        <p:grpSpPr>
          <a:xfrm>
            <a:off x="814930" y="2614812"/>
            <a:ext cx="8010369" cy="3886196"/>
            <a:chOff x="814930" y="2614812"/>
            <a:chExt cx="8010369" cy="388619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9CF2AFA-53C0-0649-9F0F-D555B33BBCB4}"/>
                </a:ext>
              </a:extLst>
            </p:cNvPr>
            <p:cNvGrpSpPr/>
            <p:nvPr/>
          </p:nvGrpSpPr>
          <p:grpSpPr>
            <a:xfrm>
              <a:off x="814930" y="2614812"/>
              <a:ext cx="5842655" cy="3088269"/>
              <a:chOff x="1560227" y="2614812"/>
              <a:chExt cx="5842655" cy="3088269"/>
            </a:xfrm>
          </p:grpSpPr>
          <p:sp>
            <p:nvSpPr>
              <p:cNvPr id="23" name="Text Box 966">
                <a:extLst>
                  <a:ext uri="{FF2B5EF4-FFF2-40B4-BE49-F238E27FC236}">
                    <a16:creationId xmlns:a16="http://schemas.microsoft.com/office/drawing/2014/main" id="{40C69A6D-96C0-1B49-8469-7143BF4CE0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0227" y="4225753"/>
                <a:ext cx="5842655" cy="1477328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0"/>
                  </a:spcBef>
                </a:pPr>
                <a:r>
                  <a:rPr lang="en-GB" sz="1800" b="0" u="sng" dirty="0"/>
                  <a:t>PBM</a:t>
                </a:r>
              </a:p>
              <a:p>
                <a:pPr marL="285750" indent="-2857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GB" sz="1800" b="0" dirty="0"/>
                  <a:t>BASFOR, 3PGN, …</a:t>
                </a:r>
              </a:p>
              <a:p>
                <a:pPr marL="285750" indent="-2857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GB" sz="1800" b="0" dirty="0"/>
                  <a:t>Quantifying past &amp; future forest performance</a:t>
                </a:r>
              </a:p>
              <a:p>
                <a:pPr marL="285750" indent="-2857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GB" sz="1800" b="0" dirty="0"/>
                  <a:t>Analysing forest vulnerability to drought</a:t>
                </a:r>
              </a:p>
              <a:p>
                <a:pPr marL="285750" indent="-2857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GB" sz="1800" b="0" dirty="0"/>
                  <a:t>Analysing impacts of management</a:t>
                </a:r>
              </a:p>
            </p:txBody>
          </p:sp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6CD6CC46-C2EE-6F49-86B6-C2E0BF6C4B35}"/>
                  </a:ext>
                </a:extLst>
              </p:cNvPr>
              <p:cNvCxnSpPr>
                <a:stCxn id="24" idx="2"/>
                <a:endCxn id="23" idx="0"/>
              </p:cNvCxnSpPr>
              <p:nvPr/>
            </p:nvCxnSpPr>
            <p:spPr bwMode="auto">
              <a:xfrm flipH="1">
                <a:off x="4481555" y="2614812"/>
                <a:ext cx="6263" cy="1610941"/>
              </a:xfrm>
              <a:prstGeom prst="straightConnector1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85DB50A-886F-354B-9FDC-AEC488475DA6}"/>
                  </a:ext>
                </a:extLst>
              </p:cNvPr>
              <p:cNvSpPr/>
              <p:nvPr/>
            </p:nvSpPr>
            <p:spPr>
              <a:xfrm>
                <a:off x="4481554" y="3143283"/>
                <a:ext cx="197201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GB" b="0" dirty="0"/>
                  <a:t>Model drivers</a:t>
                </a:r>
              </a:p>
              <a:p>
                <a:pPr marL="285750" indent="-2857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GB" b="0" dirty="0"/>
                  <a:t>Model test data</a:t>
                </a:r>
              </a:p>
              <a:p>
                <a:pPr marL="285750" indent="-2857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GB" b="0" dirty="0"/>
                  <a:t>Model calibration data</a:t>
                </a:r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772FA42-1031-1340-A2FF-073E410C5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44412" y="3661362"/>
              <a:ext cx="1303055" cy="130305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37767CF-A1E5-694D-8963-A699732EE3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844412" y="5072319"/>
              <a:ext cx="1980887" cy="14286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4658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500" dirty="0"/>
              <a:t>Project flowchart &amp; Decision Support System (DSS)</a:t>
            </a:r>
          </a:p>
        </p:txBody>
      </p:sp>
      <p:sp>
        <p:nvSpPr>
          <p:cNvPr id="23" name="Text Box 966">
            <a:extLst>
              <a:ext uri="{FF2B5EF4-FFF2-40B4-BE49-F238E27FC236}">
                <a16:creationId xmlns:a16="http://schemas.microsoft.com/office/drawing/2014/main" id="{40C69A6D-96C0-1B49-8469-7143BF4CE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664" y="2603636"/>
            <a:ext cx="1464809" cy="369332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GB" sz="1800" b="0" dirty="0"/>
              <a:t>PBM</a:t>
            </a:r>
          </a:p>
        </p:txBody>
      </p:sp>
      <p:sp>
        <p:nvSpPr>
          <p:cNvPr id="24" name="Text Box 966">
            <a:extLst>
              <a:ext uri="{FF2B5EF4-FFF2-40B4-BE49-F238E27FC236}">
                <a16:creationId xmlns:a16="http://schemas.microsoft.com/office/drawing/2014/main" id="{5F15D4A9-E20A-524C-9458-AB8A95AA6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663" y="1489643"/>
            <a:ext cx="1464809" cy="369332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GB" sz="1800" b="0" dirty="0"/>
              <a:t>Data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CD6CC46-C2EE-6F49-86B6-C2E0BF6C4B35}"/>
              </a:ext>
            </a:extLst>
          </p:cNvPr>
          <p:cNvCxnSpPr>
            <a:cxnSpLocks/>
            <a:stCxn id="24" idx="2"/>
            <a:endCxn id="23" idx="0"/>
          </p:cNvCxnSpPr>
          <p:nvPr/>
        </p:nvCxnSpPr>
        <p:spPr bwMode="auto">
          <a:xfrm>
            <a:off x="1660068" y="1858975"/>
            <a:ext cx="1" cy="744661"/>
          </a:xfrm>
          <a:prstGeom prst="straightConnector1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44A9DEF-5344-9B4E-8204-1969D365F61E}"/>
              </a:ext>
            </a:extLst>
          </p:cNvPr>
          <p:cNvGrpSpPr/>
          <p:nvPr/>
        </p:nvGrpSpPr>
        <p:grpSpPr>
          <a:xfrm>
            <a:off x="2392472" y="1489643"/>
            <a:ext cx="1546965" cy="1483325"/>
            <a:chOff x="2392472" y="1489643"/>
            <a:chExt cx="1546965" cy="1483325"/>
          </a:xfrm>
        </p:grpSpPr>
        <p:sp>
          <p:nvSpPr>
            <p:cNvPr id="25" name="Text Box 966">
              <a:extLst>
                <a:ext uri="{FF2B5EF4-FFF2-40B4-BE49-F238E27FC236}">
                  <a16:creationId xmlns:a16="http://schemas.microsoft.com/office/drawing/2014/main" id="{16FD582B-A53B-0245-B0B8-6B7F4E746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1613" y="1489643"/>
              <a:ext cx="757824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ts val="0"/>
                </a:spcBef>
              </a:pPr>
              <a:r>
                <a:rPr lang="en-GB" sz="1800" b="0" dirty="0"/>
                <a:t>PRA</a:t>
              </a:r>
            </a:p>
          </p:txBody>
        </p:sp>
        <p:sp>
          <p:nvSpPr>
            <p:cNvPr id="11" name="Text Box 966">
              <a:extLst>
                <a:ext uri="{FF2B5EF4-FFF2-40B4-BE49-F238E27FC236}">
                  <a16:creationId xmlns:a16="http://schemas.microsoft.com/office/drawing/2014/main" id="{5B7A62C9-13AB-D140-81AE-03C035CE9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1613" y="2603636"/>
              <a:ext cx="757824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ts val="0"/>
                </a:spcBef>
              </a:pPr>
              <a:r>
                <a:rPr lang="en-GB" sz="1800" b="0" dirty="0"/>
                <a:t>BDT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1065D4A-11E4-404C-AABC-ACD5CAD14117}"/>
                </a:ext>
              </a:extLst>
            </p:cNvPr>
            <p:cNvCxnSpPr>
              <a:cxnSpLocks/>
              <a:stCxn id="24" idx="3"/>
              <a:endCxn id="25" idx="1"/>
            </p:cNvCxnSpPr>
            <p:nvPr/>
          </p:nvCxnSpPr>
          <p:spPr bwMode="auto">
            <a:xfrm>
              <a:off x="2392472" y="1674309"/>
              <a:ext cx="789141" cy="0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0281A58-C494-7B48-8698-E4671E3BEB4C}"/>
                </a:ext>
              </a:extLst>
            </p:cNvPr>
            <p:cNvCxnSpPr>
              <a:cxnSpLocks/>
              <a:stCxn id="23" idx="3"/>
            </p:cNvCxnSpPr>
            <p:nvPr/>
          </p:nvCxnSpPr>
          <p:spPr bwMode="auto">
            <a:xfrm flipV="1">
              <a:off x="2392473" y="1858975"/>
              <a:ext cx="789139" cy="929327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07BE9DD-7C21-144D-99AA-21F876B6F88A}"/>
                </a:ext>
              </a:extLst>
            </p:cNvPr>
            <p:cNvCxnSpPr>
              <a:cxnSpLocks/>
              <a:stCxn id="23" idx="3"/>
              <a:endCxn id="11" idx="1"/>
            </p:cNvCxnSpPr>
            <p:nvPr/>
          </p:nvCxnSpPr>
          <p:spPr bwMode="auto">
            <a:xfrm>
              <a:off x="2392473" y="2788302"/>
              <a:ext cx="789140" cy="0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217E4A7-987D-DA40-8534-3CC1AFBAB3C8}"/>
              </a:ext>
            </a:extLst>
          </p:cNvPr>
          <p:cNvGrpSpPr/>
          <p:nvPr/>
        </p:nvGrpSpPr>
        <p:grpSpPr>
          <a:xfrm>
            <a:off x="3939437" y="1674309"/>
            <a:ext cx="4682338" cy="3734527"/>
            <a:chOff x="3939437" y="1674309"/>
            <a:chExt cx="4682338" cy="3734527"/>
          </a:xfrm>
        </p:grpSpPr>
        <p:sp>
          <p:nvSpPr>
            <p:cNvPr id="22" name="Text Box 966">
              <a:extLst>
                <a:ext uri="{FF2B5EF4-FFF2-40B4-BE49-F238E27FC236}">
                  <a16:creationId xmlns:a16="http://schemas.microsoft.com/office/drawing/2014/main" id="{2203DD4D-74BC-D24A-85FA-1B5721295F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7975" y="2046639"/>
              <a:ext cx="1464809" cy="369332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ts val="0"/>
                </a:spcBef>
              </a:pPr>
              <a:r>
                <a:rPr lang="en-GB" sz="1800" b="0" dirty="0"/>
                <a:t>DSS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0C93DB0-5185-994B-9D31-644BE668DF28}"/>
                </a:ext>
              </a:extLst>
            </p:cNvPr>
            <p:cNvCxnSpPr>
              <a:cxnSpLocks/>
              <a:stCxn id="25" idx="3"/>
            </p:cNvCxnSpPr>
            <p:nvPr/>
          </p:nvCxnSpPr>
          <p:spPr bwMode="auto">
            <a:xfrm>
              <a:off x="3939437" y="1674309"/>
              <a:ext cx="948538" cy="423704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81CC574-D052-3A47-8339-CF78D291D389}"/>
                </a:ext>
              </a:extLst>
            </p:cNvPr>
            <p:cNvCxnSpPr>
              <a:cxnSpLocks/>
              <a:stCxn id="11" idx="3"/>
            </p:cNvCxnSpPr>
            <p:nvPr/>
          </p:nvCxnSpPr>
          <p:spPr bwMode="auto">
            <a:xfrm flipV="1">
              <a:off x="3939437" y="2415971"/>
              <a:ext cx="948538" cy="372331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328E605-F095-0D43-81A8-0B5FF028D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87975" y="2602136"/>
              <a:ext cx="3733800" cy="2806700"/>
            </a:xfrm>
            <a:prstGeom prst="rect">
              <a:avLst/>
            </a:prstGeom>
            <a:ln w="25400">
              <a:solidFill>
                <a:srgbClr val="FFFF00"/>
              </a:solidFill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4A7606A-FA99-AF2C-FDBB-7D7D3BA6F3B8}"/>
              </a:ext>
            </a:extLst>
          </p:cNvPr>
          <p:cNvSpPr txBox="1"/>
          <p:nvPr/>
        </p:nvSpPr>
        <p:spPr>
          <a:xfrm>
            <a:off x="927663" y="4651167"/>
            <a:ext cx="3533792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GB" sz="1600" b="0" dirty="0"/>
              <a:t>Need to know where/what to plant to ensure 'climate-smart' forestry</a:t>
            </a:r>
          </a:p>
        </p:txBody>
      </p:sp>
    </p:spTree>
    <p:extLst>
      <p:ext uri="{BB962C8B-B14F-4D97-AF65-F5344CB8AC3E}">
        <p14:creationId xmlns:p14="http://schemas.microsoft.com/office/powerpoint/2010/main" val="745888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430E9-0715-1B45-AFD2-F0C151324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Lecina</a:t>
            </a:r>
            <a:r>
              <a:rPr lang="en-US"/>
              <a:t>-Diaz et al. (2020)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448813-E6D6-714A-BE5A-511E0A23E42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1260" y="1041722"/>
            <a:ext cx="5561480" cy="509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020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79C79-94E7-1C49-AD88-40D836E36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Lecina</a:t>
            </a:r>
            <a:r>
              <a:rPr lang="en-US"/>
              <a:t>-Diaz et al. (2020)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C8CADD-56F5-0C4E-9015-428FB910230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688" y="863529"/>
            <a:ext cx="8079129" cy="492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781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Process-models for forest drought vulnerability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4171" y="1090548"/>
            <a:ext cx="4296689" cy="3785652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0" dirty="0"/>
              <a:t>Climate models (GCMs)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0" dirty="0"/>
              <a:t>Process-based forest models (BASFOR, 3PGN, 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0" dirty="0"/>
              <a:t>Identify </a:t>
            </a:r>
            <a:r>
              <a:rPr lang="en-GB" sz="2000" b="0" dirty="0">
                <a:solidFill>
                  <a:schemeClr val="accent2"/>
                </a:solidFill>
              </a:rPr>
              <a:t>key factors</a:t>
            </a:r>
            <a:r>
              <a:rPr lang="en-GB" sz="2000" b="0" dirty="0">
                <a:solidFill>
                  <a:schemeClr val="tx2"/>
                </a:solidFill>
              </a:rPr>
              <a:t> that </a:t>
            </a:r>
            <a:r>
              <a:rPr lang="en-GB" sz="2000" b="0" dirty="0"/>
              <a:t>drive present and future forest </a:t>
            </a:r>
            <a:r>
              <a:rPr lang="en-GB" sz="2000" b="0" dirty="0">
                <a:solidFill>
                  <a:schemeClr val="accent2"/>
                </a:solidFill>
              </a:rPr>
              <a:t>drought vulnerability</a:t>
            </a:r>
            <a:endParaRPr lang="en-GB" sz="20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accent2"/>
                </a:solidFill>
              </a:rPr>
              <a:t>Forest data </a:t>
            </a:r>
            <a:r>
              <a:rPr lang="en-GB" sz="2000" b="0" dirty="0"/>
              <a:t>to test and calibrate the models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accent2"/>
                </a:solidFill>
              </a:rPr>
              <a:t>Bayesian Calibration </a:t>
            </a:r>
            <a:r>
              <a:rPr lang="en-GB" sz="2000" b="0" dirty="0"/>
              <a:t>to reduce uncertainties in model parameters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accent2"/>
                </a:solidFill>
              </a:rPr>
              <a:t>Bayesian Model Comparison</a:t>
            </a:r>
            <a:r>
              <a:rPr lang="en-GB" sz="2000" b="0" dirty="0"/>
              <a:t> to reduce uncertainty in </a:t>
            </a:r>
            <a:r>
              <a:rPr lang="en-GB" sz="2000" b="0" dirty="0">
                <a:solidFill>
                  <a:schemeClr val="accent2"/>
                </a:solidFill>
              </a:rPr>
              <a:t>model error</a:t>
            </a:r>
            <a:endParaRPr lang="en-GB" sz="2000" b="0" dirty="0"/>
          </a:p>
        </p:txBody>
      </p:sp>
      <p:sp>
        <p:nvSpPr>
          <p:cNvPr id="5" name="TextBox 4"/>
          <p:cNvSpPr txBox="1"/>
          <p:nvPr/>
        </p:nvSpPr>
        <p:spPr>
          <a:xfrm>
            <a:off x="-134471" y="5883203"/>
            <a:ext cx="263214" cy="430887"/>
          </a:xfrm>
          <a:prstGeom prst="rect">
            <a:avLst/>
          </a:prstGeom>
          <a:noFill/>
          <a:ln w="0">
            <a:noFill/>
          </a:ln>
        </p:spPr>
        <p:txBody>
          <a:bodyPr wrap="none" rtlCol="0">
            <a:spAutoFit/>
          </a:bodyPr>
          <a:lstStyle/>
          <a:p>
            <a:r>
              <a:rPr lang="en-GB" sz="2200" dirty="0">
                <a:solidFill>
                  <a:srgbClr val="FF0000"/>
                </a:solidFill>
              </a:rPr>
              <a:t> </a:t>
            </a:r>
            <a:endParaRPr lang="en-GB" sz="1000" b="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743" y="778044"/>
            <a:ext cx="2956908" cy="29234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0159" y="1946816"/>
            <a:ext cx="3254007" cy="24007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2006" y="3634855"/>
            <a:ext cx="3794144" cy="192323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477" y="4817280"/>
            <a:ext cx="3794606" cy="19649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39644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388"/>
    </mc:Choice>
    <mc:Fallback xmlns="">
      <p:transition spd="slow" advTm="113388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81126-17F4-A1E2-DB88-73A50EF6D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>
            <a:extLst>
              <a:ext uri="{FF2B5EF4-FFF2-40B4-BE49-F238E27FC236}">
                <a16:creationId xmlns:a16="http://schemas.microsoft.com/office/drawing/2014/main" id="{3B140830-8565-DA3C-3936-2C8A1212BF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4833" y="2080812"/>
            <a:ext cx="3713167" cy="2115675"/>
          </a:xfrm>
        </p:spPr>
        <p:txBody>
          <a:bodyPr/>
          <a:lstStyle/>
          <a:p>
            <a:pPr eaLnBrk="1" hangingPunct="1">
              <a:spcBef>
                <a:spcPts val="50"/>
              </a:spcBef>
              <a:spcAft>
                <a:spcPts val="0"/>
              </a:spcAft>
              <a:defRPr/>
            </a:pPr>
            <a:r>
              <a:rPr lang="en-GB" sz="2400" dirty="0">
                <a:effectLst/>
              </a:rPr>
              <a:t>Appendices</a:t>
            </a:r>
          </a:p>
        </p:txBody>
      </p:sp>
      <p:pic>
        <p:nvPicPr>
          <p:cNvPr id="8" name="Picture 974" descr="P6260402small">
            <a:extLst>
              <a:ext uri="{FF2B5EF4-FFF2-40B4-BE49-F238E27FC236}">
                <a16:creationId xmlns:a16="http://schemas.microsoft.com/office/drawing/2014/main" id="{4D40FC3E-5102-6148-A68F-B0BA21315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18199" y="2017152"/>
            <a:ext cx="1651933" cy="217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EED38-85CA-322C-3127-3FAB01168D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5600" y="2080812"/>
            <a:ext cx="1651933" cy="21220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2E9674-92C2-ADCF-2CCC-7065AAB33A61}"/>
              </a:ext>
            </a:extLst>
          </p:cNvPr>
          <p:cNvSpPr txBox="1"/>
          <p:nvPr/>
        </p:nvSpPr>
        <p:spPr>
          <a:xfrm>
            <a:off x="2756335" y="4032405"/>
            <a:ext cx="1242257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GB" sz="2200" dirty="0">
                <a:solidFill>
                  <a:srgbClr val="FF0000"/>
                </a:solidFill>
              </a:rPr>
              <a:t> </a:t>
            </a:r>
            <a:r>
              <a:rPr lang="en-GB" sz="800" b="0" dirty="0"/>
              <a:t>USGS CC PDM 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96C3FF-F592-821F-2A80-7AF215547687}"/>
              </a:ext>
            </a:extLst>
          </p:cNvPr>
          <p:cNvSpPr txBox="1"/>
          <p:nvPr/>
        </p:nvSpPr>
        <p:spPr>
          <a:xfrm>
            <a:off x="998999" y="6497458"/>
            <a:ext cx="7152128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1600" b="0" i="1" dirty="0"/>
              <a:t>Workshop IBS-Germany &amp; DVFFA, Lübeck, 2025-09-24-26</a:t>
            </a:r>
            <a:endParaRPr lang="en-US" sz="1600" b="0" i="1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2FE488-FCA2-68AB-AA23-474C2DBB8288}"/>
              </a:ext>
            </a:extLst>
          </p:cNvPr>
          <p:cNvCxnSpPr/>
          <p:nvPr/>
        </p:nvCxnSpPr>
        <p:spPr bwMode="auto">
          <a:xfrm>
            <a:off x="0" y="6485266"/>
            <a:ext cx="9144000" cy="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23133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487"/>
    </mc:Choice>
    <mc:Fallback xmlns="">
      <p:transition spd="slow" advTm="34487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E3CB8-6EFE-F1C2-33EB-965CECCBC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for V being threshold-independent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E68767-3754-4E61-FB8B-0209ACCA8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92980"/>
            <a:ext cx="7772400" cy="155901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06DD57-E355-056C-903C-BD6D6526F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62982"/>
            <a:ext cx="3605349" cy="44465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Right Arrow 13">
            <a:extLst>
              <a:ext uri="{FF2B5EF4-FFF2-40B4-BE49-F238E27FC236}">
                <a16:creationId xmlns:a16="http://schemas.microsoft.com/office/drawing/2014/main" id="{8E1AC1A7-CC30-5712-74B8-0F9DBF89D12B}"/>
              </a:ext>
            </a:extLst>
          </p:cNvPr>
          <p:cNvSpPr/>
          <p:nvPr/>
        </p:nvSpPr>
        <p:spPr bwMode="auto">
          <a:xfrm>
            <a:off x="4852853" y="4100568"/>
            <a:ext cx="770709" cy="219868"/>
          </a:xfrm>
          <a:prstGeom prst="rightArrow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04A64A8C-0D94-EA9A-BB60-C1C740031539}"/>
              </a:ext>
            </a:extLst>
          </p:cNvPr>
          <p:cNvSpPr/>
          <p:nvPr/>
        </p:nvSpPr>
        <p:spPr bwMode="auto">
          <a:xfrm rot="5400000">
            <a:off x="6929869" y="3265268"/>
            <a:ext cx="786973" cy="219868"/>
          </a:xfrm>
          <a:prstGeom prst="rightArrow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724301D-2850-B370-3B06-9B4DED0BE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451" y="3990622"/>
            <a:ext cx="2197810" cy="417020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3072040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E5F3F-AE8E-CFD3-8DB2-44F65A39D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Six datasets where E[</a:t>
            </a:r>
            <a:r>
              <a:rPr lang="en-US" dirty="0" err="1"/>
              <a:t>z|x</a:t>
            </a:r>
            <a:r>
              <a:rPr lang="en-US" dirty="0"/>
              <a:t>] = a + b </a:t>
            </a:r>
            <a:r>
              <a:rPr lang="en-US" dirty="0" err="1"/>
              <a:t>F</a:t>
            </a:r>
            <a:r>
              <a:rPr lang="en-US" baseline="-25000" dirty="0" err="1"/>
              <a:t>x</a:t>
            </a:r>
            <a:r>
              <a:rPr lang="en-US" dirty="0"/>
              <a:t>[x]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1EEE6-AD2A-81CD-7D3E-7D97033748BA}"/>
              </a:ext>
            </a:extLst>
          </p:cNvPr>
          <p:cNvSpPr txBox="1"/>
          <p:nvPr/>
        </p:nvSpPr>
        <p:spPr>
          <a:xfrm>
            <a:off x="353357" y="1548066"/>
            <a:ext cx="8461781" cy="2631490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x_U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runif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(n)     ;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z_U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&lt;- 0.5 +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x_U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/2               +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rnorm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(n,0,0.05)</a:t>
            </a:r>
          </a:p>
          <a:p>
            <a:endParaRPr lang="en-US" sz="15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x_E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rexp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(n)      ;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z_E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&lt;- 1   - exp(-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x_E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)/2         +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rnorm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(n,0,0.05)</a:t>
            </a:r>
          </a:p>
          <a:p>
            <a:endParaRPr lang="en-US" sz="15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x_B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rbeta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(n,5,1) ;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z_B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&lt;- 0.5 +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pbeta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(x_B,5,1)/2    +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rnorm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(n,0,0.05)</a:t>
            </a:r>
          </a:p>
          <a:p>
            <a:endParaRPr lang="en-US" sz="15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rt(n,1,30)   ;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z_t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&lt;- 0.5 + pt(x_t,1,30)/2      +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rnorm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(n,0,0.05)</a:t>
            </a:r>
          </a:p>
          <a:p>
            <a:endParaRPr lang="en-US" sz="15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x_G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rnorm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(n)     ;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z_G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&lt;- 0.5 +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pnorm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x_G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)/2        +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rnorm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(n,0,0.05)</a:t>
            </a:r>
          </a:p>
          <a:p>
            <a:endParaRPr lang="en-US" sz="15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x_L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rnorm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(n)     ;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z_L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&lt;- 0.5 + 0.5/(1+exp(-2*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x_L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)) +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rnorm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(n,0,0.05)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3600AE-1ADC-84DE-9770-BDEE6E2DF63F}"/>
              </a:ext>
            </a:extLst>
          </p:cNvPr>
          <p:cNvSpPr txBox="1"/>
          <p:nvPr/>
        </p:nvSpPr>
        <p:spPr>
          <a:xfrm>
            <a:off x="4099474" y="1086401"/>
            <a:ext cx="1585018" cy="46166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 </a:t>
            </a:r>
            <a:r>
              <a:rPr lang="en-US" sz="2400" dirty="0" err="1"/>
              <a:t>F</a:t>
            </a:r>
            <a:r>
              <a:rPr lang="en-US" sz="2400" baseline="-25000" dirty="0" err="1"/>
              <a:t>x</a:t>
            </a:r>
            <a:r>
              <a:rPr lang="en-US" sz="2400" dirty="0"/>
              <a:t>[x]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D78161-27C3-C55A-0720-3B860D14AB2D}"/>
              </a:ext>
            </a:extLst>
          </p:cNvPr>
          <p:cNvSpPr txBox="1"/>
          <p:nvPr/>
        </p:nvSpPr>
        <p:spPr>
          <a:xfrm>
            <a:off x="238915" y="1086401"/>
            <a:ext cx="577945" cy="46166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x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6009C-9EC1-3832-6986-443C0CB4DCE2}"/>
              </a:ext>
            </a:extLst>
          </p:cNvPr>
          <p:cNvSpPr txBox="1"/>
          <p:nvPr/>
        </p:nvSpPr>
        <p:spPr>
          <a:xfrm>
            <a:off x="957368" y="1086401"/>
            <a:ext cx="1109203" cy="46166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p[x]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C08F1C-BCB6-50E1-7C8B-4C004993B7F4}"/>
              </a:ext>
            </a:extLst>
          </p:cNvPr>
          <p:cNvSpPr txBox="1"/>
          <p:nvPr/>
        </p:nvSpPr>
        <p:spPr>
          <a:xfrm>
            <a:off x="3639553" y="1086401"/>
            <a:ext cx="371261" cy="46166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A151E8-E364-3D13-27B0-9F210F3B8998}"/>
              </a:ext>
            </a:extLst>
          </p:cNvPr>
          <p:cNvSpPr txBox="1"/>
          <p:nvPr/>
        </p:nvSpPr>
        <p:spPr>
          <a:xfrm>
            <a:off x="6849261" y="1086401"/>
            <a:ext cx="371261" cy="46166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𝜺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40F27B-6848-5BEB-E5A5-E86788284CBC}"/>
              </a:ext>
            </a:extLst>
          </p:cNvPr>
          <p:cNvSpPr txBox="1"/>
          <p:nvPr/>
        </p:nvSpPr>
        <p:spPr>
          <a:xfrm>
            <a:off x="2736112" y="1086401"/>
            <a:ext cx="577945" cy="46166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z</a:t>
            </a:r>
            <a:endParaRPr lang="en-US" sz="2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572B78-9692-973A-60F4-80593F0F7D88}"/>
              </a:ext>
            </a:extLst>
          </p:cNvPr>
          <p:cNvSpPr txBox="1"/>
          <p:nvPr/>
        </p:nvSpPr>
        <p:spPr>
          <a:xfrm>
            <a:off x="353357" y="5045421"/>
            <a:ext cx="8461780" cy="1200329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chemeClr val="accent2"/>
                </a:solidFill>
              </a:rPr>
              <a:t>We now will do </a:t>
            </a:r>
            <a:r>
              <a:rPr lang="en-US" sz="1800" u="sng" dirty="0">
                <a:solidFill>
                  <a:schemeClr val="accent2"/>
                </a:solidFill>
              </a:rPr>
              <a:t>single</a:t>
            </a:r>
            <a:r>
              <a:rPr lang="en-US" sz="1800" b="0" dirty="0">
                <a:solidFill>
                  <a:schemeClr val="accent2"/>
                </a:solidFill>
              </a:rPr>
              <a:t>-threshold PRA on each of these six datasets.</a:t>
            </a:r>
          </a:p>
          <a:p>
            <a:endParaRPr lang="en-US" sz="1800" b="0" dirty="0">
              <a:solidFill>
                <a:schemeClr val="accent2"/>
              </a:solidFill>
            </a:endParaRPr>
          </a:p>
          <a:p>
            <a:r>
              <a:rPr lang="en-US" sz="1800" b="0" dirty="0">
                <a:solidFill>
                  <a:schemeClr val="accent2"/>
                </a:solidFill>
              </a:rPr>
              <a:t>We vary the location of the threshold: 5% quantile of x, 10%, …, 95%.</a:t>
            </a:r>
          </a:p>
          <a:p>
            <a:r>
              <a:rPr lang="en-US" sz="1800" b="0" dirty="0">
                <a:solidFill>
                  <a:schemeClr val="accent2"/>
                </a:solidFill>
              </a:rPr>
              <a:t>(So p[H] will vary accordingly.)</a:t>
            </a:r>
          </a:p>
        </p:txBody>
      </p:sp>
    </p:spTree>
    <p:extLst>
      <p:ext uri="{BB962C8B-B14F-4D97-AF65-F5344CB8AC3E}">
        <p14:creationId xmlns:p14="http://schemas.microsoft.com/office/powerpoint/2010/main" val="10911330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EC8B8-8C96-1658-F0CE-215C7C750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Single-threshold PRA on the six datasets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423DBA-2B7A-BB49-9FF7-A6B7419B2C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799" y="669393"/>
            <a:ext cx="7927521" cy="586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374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6C31F-71FE-DAB3-933E-8107204AE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5F38E-2754-7ECE-070C-F08A7F217EC0}"/>
              </a:ext>
            </a:extLst>
          </p:cNvPr>
          <p:cNvSpPr txBox="1"/>
          <p:nvPr/>
        </p:nvSpPr>
        <p:spPr>
          <a:xfrm>
            <a:off x="1420586" y="1934792"/>
            <a:ext cx="6066064" cy="313932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0" dirty="0">
                <a:solidFill>
                  <a:schemeClr val="accent2"/>
                </a:solidFill>
              </a:rPr>
              <a:t>What kind of figures do you expect to see if we carry out </a:t>
            </a:r>
            <a:r>
              <a:rPr lang="en-US" sz="2200" u="sng" dirty="0">
                <a:solidFill>
                  <a:schemeClr val="accent2"/>
                </a:solidFill>
              </a:rPr>
              <a:t>multi</a:t>
            </a:r>
            <a:r>
              <a:rPr lang="en-US" sz="2200" b="0" dirty="0">
                <a:solidFill>
                  <a:schemeClr val="accent2"/>
                </a:solidFill>
              </a:rPr>
              <a:t>-threshold PRA on these six datasets, using the same 19 threshold levels to define our x-intervals?</a:t>
            </a:r>
          </a:p>
          <a:p>
            <a:endParaRPr lang="en-US" sz="2200" b="0" dirty="0">
              <a:solidFill>
                <a:schemeClr val="accent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b="0" dirty="0">
                <a:solidFill>
                  <a:schemeClr val="accent2"/>
                </a:solidFill>
              </a:rPr>
              <a:t>Would V still be constant, i.e. independent of the x-interval?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0" dirty="0">
                <a:solidFill>
                  <a:schemeClr val="accent2"/>
                </a:solidFill>
              </a:rPr>
              <a:t>How would p[H] vary between the intervals?</a:t>
            </a:r>
          </a:p>
        </p:txBody>
      </p:sp>
    </p:spTree>
    <p:extLst>
      <p:ext uri="{BB962C8B-B14F-4D97-AF65-F5344CB8AC3E}">
        <p14:creationId xmlns:p14="http://schemas.microsoft.com/office/powerpoint/2010/main" val="3041505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0F1FE-F842-F8E1-1E5C-8F77DD77D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Multi-threshold PRA with equal-p[H] intervals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71441A-5CB8-D728-3727-33376C1E0E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471" y="661228"/>
            <a:ext cx="8017329" cy="592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78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548A6-0DD2-3B9C-6B02-91CF83296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Multi-threshold PRA with equal-x-width intervals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391B5F-3C20-72E0-0073-6727C83302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683429"/>
            <a:ext cx="8017042" cy="592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146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|5.5|9.3|26.2|3.3|10.7|28.6|2.6"/>
</p:tagLst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 Unicode MS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  <a:ln w="0">
          <a:solidFill>
            <a:schemeClr val="tx1"/>
          </a:solidFill>
        </a:ln>
      </a:spPr>
      <a:bodyPr wrap="square" rtlCol="0">
        <a:spAutoFit/>
      </a:bodyPr>
      <a:lstStyle>
        <a:defPPr>
          <a:defRPr sz="2200" dirty="0" smtClean="0">
            <a:solidFill>
              <a:srgbClr val="FF0000"/>
            </a:solidFill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E9AE907A4E2D4EB2554278A4B0446D" ma:contentTypeVersion="12" ma:contentTypeDescription="Create a new document." ma:contentTypeScope="" ma:versionID="ca2c0d681689ddd4bbc0d9dd68335e27">
  <xsd:schema xmlns:xsd="http://www.w3.org/2001/XMLSchema" xmlns:xs="http://www.w3.org/2001/XMLSchema" xmlns:p="http://schemas.microsoft.com/office/2006/metadata/properties" xmlns:ns3="f58c8543-ad79-4b93-bf7c-fe348bb3eb75" xmlns:ns4="93f908fb-6755-4cca-ab37-d85f9af78875" targetNamespace="http://schemas.microsoft.com/office/2006/metadata/properties" ma:root="true" ma:fieldsID="a1b864b5d436b4eb92bfda8c4caa0d4f" ns3:_="" ns4:_="">
    <xsd:import namespace="f58c8543-ad79-4b93-bf7c-fe348bb3eb75"/>
    <xsd:import namespace="93f908fb-6755-4cca-ab37-d85f9af7887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8c8543-ad79-4b93-bf7c-fe348bb3eb7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f908fb-6755-4cca-ab37-d85f9af788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B1090B-97A1-4D21-A330-97BCFF239644}">
  <ds:schemaRefs>
    <ds:schemaRef ds:uri="http://purl.org/dc/dcmitype/"/>
    <ds:schemaRef ds:uri="http://schemas.microsoft.com/office/infopath/2007/PartnerControls"/>
    <ds:schemaRef ds:uri="93f908fb-6755-4cca-ab37-d85f9af78875"/>
    <ds:schemaRef ds:uri="http://purl.org/dc/elements/1.1/"/>
    <ds:schemaRef ds:uri="http://schemas.microsoft.com/office/2006/metadata/properties"/>
    <ds:schemaRef ds:uri="f58c8543-ad79-4b93-bf7c-fe348bb3eb75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9648154-FE21-4227-82AA-7B411C4E80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8c8543-ad79-4b93-bf7c-fe348bb3eb75"/>
    <ds:schemaRef ds:uri="93f908fb-6755-4cca-ab37-d85f9af788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9FC1E7-0F1D-4E5F-9295-057CCE79A98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8888</TotalTime>
  <Words>1500</Words>
  <Application>Microsoft Macintosh PowerPoint</Application>
  <PresentationFormat>On-screen Show (4:3)</PresentationFormat>
  <Paragraphs>297</Paragraphs>
  <Slides>28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 Unicode MS</vt:lpstr>
      <vt:lpstr>Arial</vt:lpstr>
      <vt:lpstr>Cambria Math</vt:lpstr>
      <vt:lpstr>Courier New</vt:lpstr>
      <vt:lpstr>Times New Roman</vt:lpstr>
      <vt:lpstr>Default Design</vt:lpstr>
      <vt:lpstr>4. Introduction to BDT</vt:lpstr>
      <vt:lpstr>Bayesian Decision Theory (BDT)</vt:lpstr>
      <vt:lpstr>Graphical models: From PRA to BDT</vt:lpstr>
      <vt:lpstr>Utility matrix for discrete u(a,x)</vt:lpstr>
      <vt:lpstr>Value of Information: Impact on expected utility</vt:lpstr>
      <vt:lpstr>Value of Information in the tree beetle example</vt:lpstr>
      <vt:lpstr>Value of bad Information …</vt:lpstr>
      <vt:lpstr>Decision tree</vt:lpstr>
      <vt:lpstr>Sequential decisions</vt:lpstr>
      <vt:lpstr>Graphical models: From PRA to BDT</vt:lpstr>
      <vt:lpstr>BDT for forestry</vt:lpstr>
      <vt:lpstr>Two realisations of the network</vt:lpstr>
      <vt:lpstr>Gonzales-Redin et al. (2016)</vt:lpstr>
      <vt:lpstr>5. Links between PRA and BDT</vt:lpstr>
      <vt:lpstr>6. General discussion</vt:lpstr>
      <vt:lpstr>Theory development: PRA &amp; BDT</vt:lpstr>
      <vt:lpstr>Data &amp; Process-Based Modelling (PBM)</vt:lpstr>
      <vt:lpstr>Project flowchart &amp; Decision Support System (DSS)</vt:lpstr>
      <vt:lpstr>Lecina-Diaz et al. (2020)</vt:lpstr>
      <vt:lpstr>Lecina-Diaz et al. (2020)</vt:lpstr>
      <vt:lpstr>Process-models for forest drought vulnerability</vt:lpstr>
      <vt:lpstr>Appendices</vt:lpstr>
      <vt:lpstr>Condition for V being threshold-independent</vt:lpstr>
      <vt:lpstr>Six datasets where E[z|x] = a + b Fx[x]</vt:lpstr>
      <vt:lpstr>Single-threshold PRA on the six datasets</vt:lpstr>
      <vt:lpstr>EXERCISE</vt:lpstr>
      <vt:lpstr>Multi-threshold PRA with equal-p[H] intervals</vt:lpstr>
      <vt:lpstr>Multi-threshold PRA with equal-x-width intervals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Project PRAFOR: New theory for Probabilistic Risk Analysis (PRA)</dc:title>
  <dc:subject/>
  <dc:creator/>
  <cp:keywords/>
  <dc:description/>
  <cp:lastModifiedBy>Marcel van Oijen</cp:lastModifiedBy>
  <cp:revision>1542</cp:revision>
  <dcterms:created xsi:type="dcterms:W3CDTF">2000-04-18T15:17:11Z</dcterms:created>
  <dcterms:modified xsi:type="dcterms:W3CDTF">2025-09-17T15:49:26Z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0x010100C7E9AE907A4E2D4EB2554278A4B0446D</vt:lpwstr>
  </property>
</Properties>
</file>