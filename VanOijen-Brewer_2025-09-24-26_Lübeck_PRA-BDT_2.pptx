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1"/>
  </p:notesMasterIdLst>
  <p:handoutMasterIdLst>
    <p:handoutMasterId r:id="rId72"/>
  </p:handoutMasterIdLst>
  <p:sldIdLst>
    <p:sldId id="1121" r:id="rId5"/>
    <p:sldId id="1104" r:id="rId6"/>
    <p:sldId id="1105" r:id="rId7"/>
    <p:sldId id="1155" r:id="rId8"/>
    <p:sldId id="1221" r:id="rId9"/>
    <p:sldId id="1216" r:id="rId10"/>
    <p:sldId id="1217" r:id="rId11"/>
    <p:sldId id="1146" r:id="rId12"/>
    <p:sldId id="1157" r:id="rId13"/>
    <p:sldId id="1222" r:id="rId14"/>
    <p:sldId id="1219" r:id="rId15"/>
    <p:sldId id="1156" r:id="rId16"/>
    <p:sldId id="1223" r:id="rId17"/>
    <p:sldId id="1218" r:id="rId18"/>
    <p:sldId id="1220" r:id="rId19"/>
    <p:sldId id="1096" r:id="rId20"/>
    <p:sldId id="1063" r:id="rId21"/>
    <p:sldId id="1224" r:id="rId22"/>
    <p:sldId id="1226" r:id="rId23"/>
    <p:sldId id="1225" r:id="rId24"/>
    <p:sldId id="1233" r:id="rId25"/>
    <p:sldId id="1184" r:id="rId26"/>
    <p:sldId id="1159" r:id="rId27"/>
    <p:sldId id="1077" r:id="rId28"/>
    <p:sldId id="1160" r:id="rId29"/>
    <p:sldId id="1161" r:id="rId30"/>
    <p:sldId id="1228" r:id="rId31"/>
    <p:sldId id="1227" r:id="rId32"/>
    <p:sldId id="1229" r:id="rId33"/>
    <p:sldId id="1124" r:id="rId34"/>
    <p:sldId id="1176" r:id="rId35"/>
    <p:sldId id="1172" r:id="rId36"/>
    <p:sldId id="1169" r:id="rId37"/>
    <p:sldId id="1170" r:id="rId38"/>
    <p:sldId id="1171" r:id="rId39"/>
    <p:sldId id="1173" r:id="rId40"/>
    <p:sldId id="1174" r:id="rId41"/>
    <p:sldId id="1175" r:id="rId42"/>
    <p:sldId id="1167" r:id="rId43"/>
    <p:sldId id="1177" r:id="rId44"/>
    <p:sldId id="1178" r:id="rId45"/>
    <p:sldId id="1190" r:id="rId46"/>
    <p:sldId id="1191" r:id="rId47"/>
    <p:sldId id="1192" r:id="rId48"/>
    <p:sldId id="1179" r:id="rId49"/>
    <p:sldId id="1125" r:id="rId50"/>
    <p:sldId id="1194" r:id="rId51"/>
    <p:sldId id="1193" r:id="rId52"/>
    <p:sldId id="1196" r:id="rId53"/>
    <p:sldId id="1126" r:id="rId54"/>
    <p:sldId id="1136" r:id="rId55"/>
    <p:sldId id="1189" r:id="rId56"/>
    <p:sldId id="1130" r:id="rId57"/>
    <p:sldId id="1131" r:id="rId58"/>
    <p:sldId id="1137" r:id="rId59"/>
    <p:sldId id="1114" r:id="rId60"/>
    <p:sldId id="1138" r:id="rId61"/>
    <p:sldId id="1197" r:id="rId62"/>
    <p:sldId id="1181" r:id="rId63"/>
    <p:sldId id="1180" r:id="rId64"/>
    <p:sldId id="1185" r:id="rId65"/>
    <p:sldId id="1182" r:id="rId66"/>
    <p:sldId id="1186" r:id="rId67"/>
    <p:sldId id="1187" r:id="rId68"/>
    <p:sldId id="1188" r:id="rId69"/>
    <p:sldId id="1195" r:id="rId70"/>
  </p:sldIdLst>
  <p:sldSz cx="9144000" cy="6858000" type="screen4x3"/>
  <p:notesSz cx="6794500" cy="9906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FF33"/>
    <a:srgbClr val="009900"/>
    <a:srgbClr val="FFFF00"/>
    <a:srgbClr val="EAEAEA"/>
    <a:srgbClr val="FF6600"/>
    <a:srgbClr val="3399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B5A90-60BD-FF44-9A8B-5383BFE0F9ED}" v="1163" dt="2025-09-02T16:09:21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9" autoAdjust="0"/>
    <p:restoredTop sz="93896" autoAdjust="0"/>
  </p:normalViewPr>
  <p:slideViewPr>
    <p:cSldViewPr snapToGrid="0">
      <p:cViewPr varScale="1">
        <p:scale>
          <a:sx n="195" d="100"/>
          <a:sy n="195" d="100"/>
        </p:scale>
        <p:origin x="872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-2076" y="-96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van Oijen" userId="535b5bdf4c23b207" providerId="LiveId" clId="{C246E225-9C4F-9846-9EA2-30C4B1AD4CAA}"/>
    <pc:docChg chg="modSld">
      <pc:chgData name="Marcel van Oijen" userId="535b5bdf4c23b207" providerId="LiveId" clId="{C246E225-9C4F-9846-9EA2-30C4B1AD4CAA}" dt="2021-05-05T10:27:21.572" v="20"/>
      <pc:docMkLst>
        <pc:docMk/>
      </pc:docMkLst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0" sldId="423"/>
        </pc:sldMkLst>
      </pc:sldChg>
      <pc:sldChg chg="addSp delSp modSp mod modTransition modAnim">
        <pc:chgData name="Marcel van Oijen" userId="535b5bdf4c23b207" providerId="LiveId" clId="{C246E225-9C4F-9846-9EA2-30C4B1AD4CAA}" dt="2021-05-05T10:27:21.572" v="20"/>
        <pc:sldMkLst>
          <pc:docMk/>
          <pc:sldMk cId="1168975252" sldId="1093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642513130" sldId="1094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1998159903" sldId="1096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1584755535" sldId="1097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3437010006" sldId="1100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3801486017" sldId="1101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038845504" sldId="1102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2657962295" sldId="1104"/>
        </pc:sldMkLst>
      </pc:sldChg>
      <pc:sldChg chg="addSp delSp modSp modTransition modAnim">
        <pc:chgData name="Marcel van Oijen" userId="535b5bdf4c23b207" providerId="LiveId" clId="{C246E225-9C4F-9846-9EA2-30C4B1AD4CAA}" dt="2021-05-05T10:27:21.572" v="20"/>
        <pc:sldMkLst>
          <pc:docMk/>
          <pc:sldMk cId="4012929618" sldId="1105"/>
        </pc:sldMkLst>
      </pc:sldChg>
    </pc:docChg>
  </pc:docChgLst>
  <pc:docChgLst>
    <pc:chgData name="Marcel van Oijen" userId="535b5bdf4c23b207" providerId="LiveId" clId="{027E26F8-306D-364E-9CEC-7E8685AA6BAF}"/>
    <pc:docChg chg="modSld">
      <pc:chgData name="Marcel van Oijen" userId="535b5bdf4c23b207" providerId="LiveId" clId="{027E26F8-306D-364E-9CEC-7E8685AA6BAF}" dt="2025-06-05T10:20:23.277" v="5" actId="14100"/>
      <pc:docMkLst>
        <pc:docMk/>
      </pc:docMkLst>
      <pc:sldChg chg="modSp mod">
        <pc:chgData name="Marcel van Oijen" userId="535b5bdf4c23b207" providerId="LiveId" clId="{027E26F8-306D-364E-9CEC-7E8685AA6BAF}" dt="2025-06-05T10:20:23.277" v="5" actId="14100"/>
        <pc:sldMkLst>
          <pc:docMk/>
          <pc:sldMk cId="1006099260" sldId="1162"/>
        </pc:sldMkLst>
      </pc:sldChg>
    </pc:docChg>
  </pc:docChgLst>
  <pc:docChgLst>
    <pc:chgData name="Marcel van Oijen" userId="535b5bdf4c23b207" providerId="LiveId" clId="{13A487FE-4893-5F25-A2B5-6BBFE7879D51}"/>
    <pc:docChg chg="undo redo custSel addSld delSld modSld sldOrd">
      <pc:chgData name="Marcel van Oijen" userId="535b5bdf4c23b207" providerId="LiveId" clId="{13A487FE-4893-5F25-A2B5-6BBFE7879D51}" dt="2025-09-02T16:09:21.283" v="9360" actId="20577"/>
      <pc:docMkLst>
        <pc:docMk/>
      </pc:docMkLst>
      <pc:sldChg chg="delSp modSp mod delAnim">
        <pc:chgData name="Marcel van Oijen" userId="535b5bdf4c23b207" providerId="LiveId" clId="{13A487FE-4893-5F25-A2B5-6BBFE7879D51}" dt="2025-08-26T15:18:21.015" v="7131" actId="20577"/>
        <pc:sldMkLst>
          <pc:docMk/>
          <pc:sldMk cId="2431080743" sldId="1063"/>
        </pc:sldMkLst>
        <pc:spChg chg="mod">
          <ac:chgData name="Marcel van Oijen" userId="535b5bdf4c23b207" providerId="LiveId" clId="{13A487FE-4893-5F25-A2B5-6BBFE7879D51}" dt="2025-08-26T15:14:13.872" v="6927" actId="20577"/>
          <ac:spMkLst>
            <pc:docMk/>
            <pc:sldMk cId="2431080743" sldId="1063"/>
            <ac:spMk id="2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21.015" v="7131" actId="20577"/>
          <ac:spMkLst>
            <pc:docMk/>
            <pc:sldMk cId="2431080743" sldId="1063"/>
            <ac:spMk id="4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7:40.787" v="7024" actId="20577"/>
          <ac:spMkLst>
            <pc:docMk/>
            <pc:sldMk cId="2431080743" sldId="1063"/>
            <ac:spMk id="5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06.788" v="7113" actId="1038"/>
          <ac:spMkLst>
            <pc:docMk/>
            <pc:sldMk cId="2431080743" sldId="1063"/>
            <ac:spMk id="7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00.166" v="7091" actId="1037"/>
          <ac:spMkLst>
            <pc:docMk/>
            <pc:sldMk cId="2431080743" sldId="1063"/>
            <ac:spMk id="8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8:11.114" v="7129" actId="1037"/>
          <ac:spMkLst>
            <pc:docMk/>
            <pc:sldMk cId="2431080743" sldId="1063"/>
            <ac:spMk id="10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7:50.821" v="7062" actId="1037"/>
          <ac:spMkLst>
            <pc:docMk/>
            <pc:sldMk cId="2431080743" sldId="1063"/>
            <ac:spMk id="11" creationId="{00000000-0000-0000-0000-000000000000}"/>
          </ac:spMkLst>
        </pc:spChg>
        <pc:spChg chg="mod">
          <ac:chgData name="Marcel van Oijen" userId="535b5bdf4c23b207" providerId="LiveId" clId="{13A487FE-4893-5F25-A2B5-6BBFE7879D51}" dt="2025-08-26T15:15:31.530" v="6932" actId="1076"/>
          <ac:spMkLst>
            <pc:docMk/>
            <pc:sldMk cId="2431080743" sldId="1063"/>
            <ac:spMk id="12" creationId="{00000000-0000-0000-0000-000000000000}"/>
          </ac:spMkLst>
        </pc:spChg>
        <pc:spChg chg="topLvl">
          <ac:chgData name="Marcel van Oijen" userId="535b5bdf4c23b207" providerId="LiveId" clId="{13A487FE-4893-5F25-A2B5-6BBFE7879D51}" dt="2025-08-26T15:16:46.547" v="6938" actId="165"/>
          <ac:spMkLst>
            <pc:docMk/>
            <pc:sldMk cId="2431080743" sldId="1063"/>
            <ac:spMk id="15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8-26T15:17:24.558" v="6989" actId="1038"/>
          <ac:spMkLst>
            <pc:docMk/>
            <pc:sldMk cId="2431080743" sldId="1063"/>
            <ac:spMk id="21" creationId="{00000000-0000-0000-0000-000000000000}"/>
          </ac:spMkLst>
        </pc:spChg>
        <pc:grpChg chg="topLvl">
          <ac:chgData name="Marcel van Oijen" userId="535b5bdf4c23b207" providerId="LiveId" clId="{13A487FE-4893-5F25-A2B5-6BBFE7879D51}" dt="2025-08-26T15:17:09.305" v="6939" actId="165"/>
          <ac:grpSpMkLst>
            <pc:docMk/>
            <pc:sldMk cId="2431080743" sldId="1063"/>
            <ac:grpSpMk id="14" creationId="{00000000-0000-0000-0000-000000000000}"/>
          </ac:grpSpMkLst>
        </pc:grpChg>
        <pc:cxnChg chg="mod topLvl">
          <ac:chgData name="Marcel van Oijen" userId="535b5bdf4c23b207" providerId="LiveId" clId="{13A487FE-4893-5F25-A2B5-6BBFE7879D51}" dt="2025-08-26T15:17:31.389" v="7023" actId="1037"/>
          <ac:cxnSpMkLst>
            <pc:docMk/>
            <pc:sldMk cId="2431080743" sldId="1063"/>
            <ac:cxnSpMk id="19" creationId="{00000000-0000-0000-0000-000000000000}"/>
          </ac:cxnSpMkLst>
        </pc:cxnChg>
      </pc:sldChg>
      <pc:sldChg chg="modSp mod">
        <pc:chgData name="Marcel van Oijen" userId="535b5bdf4c23b207" providerId="LiveId" clId="{13A487FE-4893-5F25-A2B5-6BBFE7879D51}" dt="2025-09-02T13:49:21.084" v="8542" actId="20577"/>
        <pc:sldMkLst>
          <pc:docMk/>
          <pc:sldMk cId="2678029081" sldId="1082"/>
        </pc:sldMkLst>
        <pc:spChg chg="mod">
          <ac:chgData name="Marcel van Oijen" userId="535b5bdf4c23b207" providerId="LiveId" clId="{13A487FE-4893-5F25-A2B5-6BBFE7879D51}" dt="2025-09-02T13:49:21.084" v="8542" actId="20577"/>
          <ac:spMkLst>
            <pc:docMk/>
            <pc:sldMk cId="2678029081" sldId="1082"/>
            <ac:spMk id="4" creationId="{00000000-0000-0000-0000-000000000000}"/>
          </ac:spMkLst>
        </pc:spChg>
      </pc:sldChg>
      <pc:sldChg chg="addSp delSp modSp del mod delAnim">
        <pc:chgData name="Marcel van Oijen" userId="535b5bdf4c23b207" providerId="LiveId" clId="{13A487FE-4893-5F25-A2B5-6BBFE7879D51}" dt="2025-08-21T11:42:10.357" v="131" actId="2696"/>
        <pc:sldMkLst>
          <pc:docMk/>
          <pc:sldMk cId="1268037604" sldId="1090"/>
        </pc:sldMkLst>
      </pc:sldChg>
      <pc:sldChg chg="addSp delSp del mod addAnim delAnim">
        <pc:chgData name="Marcel van Oijen" userId="535b5bdf4c23b207" providerId="LiveId" clId="{13A487FE-4893-5F25-A2B5-6BBFE7879D51}" dt="2025-08-26T16:31:35.257" v="8275" actId="2696"/>
        <pc:sldMkLst>
          <pc:docMk/>
          <pc:sldMk cId="2119458899" sldId="1091"/>
        </pc:sldMkLst>
      </pc:sldChg>
      <pc:sldChg chg="addSp delSp modSp mod delAnim">
        <pc:chgData name="Marcel van Oijen" userId="535b5bdf4c23b207" providerId="LiveId" clId="{13A487FE-4893-5F25-A2B5-6BBFE7879D51}" dt="2025-09-01T13:51:31.654" v="8495" actId="1037"/>
        <pc:sldMkLst>
          <pc:docMk/>
          <pc:sldMk cId="4131736659" sldId="1092"/>
        </pc:sldMkLst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3" creationId="{01719707-3FC3-8C81-6638-5ADC9877C8FC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4" creationId="{AD8F972E-124D-59A1-4B9D-026AC15684EF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6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9-01T13:51:31.654" v="8495" actId="1037"/>
          <ac:spMkLst>
            <pc:docMk/>
            <pc:sldMk cId="4131736659" sldId="1092"/>
            <ac:spMk id="8" creationId="{3402E42D-9ABE-E51D-907D-431C169BD375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9" creationId="{925AB23E-9EEC-66DA-6864-C9CA75325567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3" creationId="{B47D2791-F99A-AAF9-664C-BB806E35C1E6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4" creationId="{A2F08066-E70F-28F8-5116-6B584B926A73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7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8" creationId="{3978D0AB-6FAB-3B04-5FF7-FBA5017738A4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19" creationId="{E9221F6D-B8BB-3A6A-D699-03809C07B59F}"/>
          </ac:spMkLst>
        </pc:spChg>
        <pc:spChg chg="add mod">
          <ac:chgData name="Marcel van Oijen" userId="535b5bdf4c23b207" providerId="LiveId" clId="{13A487FE-4893-5F25-A2B5-6BBFE7879D51}" dt="2025-09-01T13:29:01.720" v="8367" actId="1076"/>
          <ac:spMkLst>
            <pc:docMk/>
            <pc:sldMk cId="4131736659" sldId="1092"/>
            <ac:spMk id="22" creationId="{8A65DD3A-0105-B220-D429-C9AF5DE6EBC1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28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29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35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36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40:38.424" v="8462" actId="20577"/>
          <ac:spMkLst>
            <pc:docMk/>
            <pc:sldMk cId="4131736659" sldId="1092"/>
            <ac:spMk id="43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40:59.232" v="8494"/>
          <ac:spMkLst>
            <pc:docMk/>
            <pc:sldMk cId="4131736659" sldId="1092"/>
            <ac:spMk id="44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7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8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49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61" creationId="{00000000-0000-0000-0000-000000000000}"/>
          </ac:spMkLst>
        </pc:spChg>
        <pc:spChg chg="mod topLvl">
          <ac:chgData name="Marcel van Oijen" userId="535b5bdf4c23b207" providerId="LiveId" clId="{13A487FE-4893-5F25-A2B5-6BBFE7879D51}" dt="2025-09-01T13:29:16.790" v="8405" actId="1038"/>
          <ac:spMkLst>
            <pc:docMk/>
            <pc:sldMk cId="4131736659" sldId="1092"/>
            <ac:spMk id="62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5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6" creationId="{00000000-0000-0000-0000-000000000000}"/>
          </ac:spMkLst>
        </pc:spChg>
        <pc:spChg chg="del">
          <ac:chgData name="Marcel van Oijen" userId="535b5bdf4c23b207" providerId="LiveId" clId="{13A487FE-4893-5F25-A2B5-6BBFE7879D51}" dt="2025-09-01T13:28:30.541" v="8365" actId="478"/>
          <ac:spMkLst>
            <pc:docMk/>
            <pc:sldMk cId="4131736659" sldId="1092"/>
            <ac:spMk id="18437" creationId="{00000000-0000-0000-0000-000000000000}"/>
          </ac:spMkLst>
        </pc:spChg>
        <pc:cxnChg chg="mod">
          <ac:chgData name="Marcel van Oijen" userId="535b5bdf4c23b207" providerId="LiveId" clId="{13A487FE-4893-5F25-A2B5-6BBFE7879D51}" dt="2025-09-01T13:40:48.039" v="8493" actId="1037"/>
          <ac:cxnSpMkLst>
            <pc:docMk/>
            <pc:sldMk cId="4131736659" sldId="1092"/>
            <ac:cxnSpMk id="5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51:31.654" v="8495" actId="1037"/>
          <ac:cxnSpMkLst>
            <pc:docMk/>
            <pc:sldMk cId="4131736659" sldId="1092"/>
            <ac:cxnSpMk id="12" creationId="{240945BA-D8AA-5B22-55CA-787745C9298D}"/>
          </ac:cxnSpMkLst>
        </pc:cxnChg>
        <pc:cxnChg chg="add mod">
          <ac:chgData name="Marcel van Oijen" userId="535b5bdf4c23b207" providerId="LiveId" clId="{13A487FE-4893-5F25-A2B5-6BBFE7879D51}" dt="2025-09-01T13:29:01.720" v="8367" actId="1076"/>
          <ac:cxnSpMkLst>
            <pc:docMk/>
            <pc:sldMk cId="4131736659" sldId="1092"/>
            <ac:cxnSpMk id="20" creationId="{50F82936-1D8C-B410-81E0-5430B8E0758B}"/>
          </ac:cxnSpMkLst>
        </pc:cxnChg>
        <pc:cxnChg chg="del mod">
          <ac:chgData name="Marcel van Oijen" userId="535b5bdf4c23b207" providerId="LiveId" clId="{13A487FE-4893-5F25-A2B5-6BBFE7879D51}" dt="2025-09-01T13:28:30.541" v="8365" actId="478"/>
          <ac:cxnSpMkLst>
            <pc:docMk/>
            <pc:sldMk cId="4131736659" sldId="1092"/>
            <ac:cxnSpMk id="34" creationId="{00000000-0000-0000-0000-000000000000}"/>
          </ac:cxnSpMkLst>
        </pc:cxnChg>
        <pc:cxnChg chg="del mod">
          <ac:chgData name="Marcel van Oijen" userId="535b5bdf4c23b207" providerId="LiveId" clId="{13A487FE-4893-5F25-A2B5-6BBFE7879D51}" dt="2025-09-01T13:28:30.541" v="8365" actId="478"/>
          <ac:cxnSpMkLst>
            <pc:docMk/>
            <pc:sldMk cId="4131736659" sldId="1092"/>
            <ac:cxnSpMk id="38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29:16.790" v="8405" actId="1038"/>
          <ac:cxnSpMkLst>
            <pc:docMk/>
            <pc:sldMk cId="4131736659" sldId="1092"/>
            <ac:cxnSpMk id="63" creationId="{00000000-0000-0000-0000-000000000000}"/>
          </ac:cxnSpMkLst>
        </pc:cxnChg>
        <pc:cxnChg chg="mod">
          <ac:chgData name="Marcel van Oijen" userId="535b5bdf4c23b207" providerId="LiveId" clId="{13A487FE-4893-5F25-A2B5-6BBFE7879D51}" dt="2025-09-01T13:29:16.790" v="8405" actId="1038"/>
          <ac:cxnSpMkLst>
            <pc:docMk/>
            <pc:sldMk cId="4131736659" sldId="1092"/>
            <ac:cxnSpMk id="66" creationId="{00000000-0000-0000-0000-000000000000}"/>
          </ac:cxnSpMkLst>
        </pc:cxnChg>
        <pc:cxnChg chg="topLvl">
          <ac:chgData name="Marcel van Oijen" userId="535b5bdf4c23b207" providerId="LiveId" clId="{13A487FE-4893-5F25-A2B5-6BBFE7879D51}" dt="2025-08-21T13:16:41.858" v="550" actId="165"/>
          <ac:cxnSpMkLst>
            <pc:docMk/>
            <pc:sldMk cId="4131736659" sldId="1092"/>
            <ac:cxnSpMk id="69" creationId="{00000000-0000-0000-0000-000000000000}"/>
          </ac:cxnSpMkLst>
        </pc:cxnChg>
      </pc:sldChg>
      <pc:sldChg chg="del">
        <pc:chgData name="Marcel van Oijen" userId="535b5bdf4c23b207" providerId="LiveId" clId="{13A487FE-4893-5F25-A2B5-6BBFE7879D51}" dt="2025-09-02T15:50:44.781" v="8956" actId="2696"/>
        <pc:sldMkLst>
          <pc:docMk/>
          <pc:sldMk cId="3926030189" sldId="1098"/>
        </pc:sldMkLst>
      </pc:sldChg>
      <pc:sldChg chg="addSp delSp modSp mod">
        <pc:chgData name="Marcel van Oijen" userId="535b5bdf4c23b207" providerId="LiveId" clId="{13A487FE-4893-5F25-A2B5-6BBFE7879D51}" dt="2025-08-26T14:49:45.218" v="6675" actId="14100"/>
        <pc:sldMkLst>
          <pc:docMk/>
          <pc:sldMk cId="1586984852" sldId="1107"/>
        </pc:sldMkLst>
        <pc:spChg chg="mod">
          <ac:chgData name="Marcel van Oijen" userId="535b5bdf4c23b207" providerId="LiveId" clId="{13A487FE-4893-5F25-A2B5-6BBFE7879D51}" dt="2025-08-26T14:41:07.621" v="6584" actId="20577"/>
          <ac:spMkLst>
            <pc:docMk/>
            <pc:sldMk cId="1586984852" sldId="1107"/>
            <ac:spMk id="2" creationId="{00000000-0000-0000-0000-000000000000}"/>
          </ac:spMkLst>
        </pc:spChg>
        <pc:spChg chg="add mod">
          <ac:chgData name="Marcel van Oijen" userId="535b5bdf4c23b207" providerId="LiveId" clId="{13A487FE-4893-5F25-A2B5-6BBFE7879D51}" dt="2025-08-26T14:48:32.949" v="6669"/>
          <ac:spMkLst>
            <pc:docMk/>
            <pc:sldMk cId="1586984852" sldId="1107"/>
            <ac:spMk id="41" creationId="{2340EF48-387A-1682-2F84-4219253BC97A}"/>
          </ac:spMkLst>
        </pc:spChg>
        <pc:picChg chg="add mod">
          <ac:chgData name="Marcel van Oijen" userId="535b5bdf4c23b207" providerId="LiveId" clId="{13A487FE-4893-5F25-A2B5-6BBFE7879D51}" dt="2025-08-26T14:47:09.613" v="6650" actId="1076"/>
          <ac:picMkLst>
            <pc:docMk/>
            <pc:sldMk cId="1586984852" sldId="1107"/>
            <ac:picMk id="4" creationId="{194D1ABE-0C0C-BE98-3FD6-E4C086908F85}"/>
          </ac:picMkLst>
        </pc:picChg>
        <pc:picChg chg="mod">
          <ac:chgData name="Marcel van Oijen" userId="535b5bdf4c23b207" providerId="LiveId" clId="{13A487FE-4893-5F25-A2B5-6BBFE7879D51}" dt="2025-08-26T14:47:19.087" v="6651" actId="1076"/>
          <ac:picMkLst>
            <pc:docMk/>
            <pc:sldMk cId="1586984852" sldId="1107"/>
            <ac:picMk id="31" creationId="{73CD87AD-101F-6E05-5F94-33FCCE3B30CF}"/>
          </ac:picMkLst>
        </pc:picChg>
        <pc:picChg chg="mod">
          <ac:chgData name="Marcel van Oijen" userId="535b5bdf4c23b207" providerId="LiveId" clId="{13A487FE-4893-5F25-A2B5-6BBFE7879D51}" dt="2025-08-26T14:45:27.554" v="6633" actId="1076"/>
          <ac:picMkLst>
            <pc:docMk/>
            <pc:sldMk cId="1586984852" sldId="1107"/>
            <ac:picMk id="32" creationId="{E96693B1-45BE-B619-CE8E-847B9E674472}"/>
          </ac:picMkLst>
        </pc:picChg>
        <pc:cxnChg chg="add mod">
          <ac:chgData name="Marcel van Oijen" userId="535b5bdf4c23b207" providerId="LiveId" clId="{13A487FE-4893-5F25-A2B5-6BBFE7879D51}" dt="2025-08-26T14:49:28.052" v="6673" actId="14100"/>
          <ac:cxnSpMkLst>
            <pc:docMk/>
            <pc:sldMk cId="1586984852" sldId="1107"/>
            <ac:cxnSpMk id="37" creationId="{D8BED2AE-C551-0A10-DD52-D7C5562F1BD8}"/>
          </ac:cxnSpMkLst>
        </pc:cxnChg>
        <pc:cxnChg chg="add mod">
          <ac:chgData name="Marcel van Oijen" userId="535b5bdf4c23b207" providerId="LiveId" clId="{13A487FE-4893-5F25-A2B5-6BBFE7879D51}" dt="2025-08-26T14:49:45.218" v="6675" actId="14100"/>
          <ac:cxnSpMkLst>
            <pc:docMk/>
            <pc:sldMk cId="1586984852" sldId="1107"/>
            <ac:cxnSpMk id="38" creationId="{15B01D16-B2AA-228F-A497-8C11DC955CAC}"/>
          </ac:cxnSpMkLst>
        </pc:cxnChg>
      </pc:sldChg>
      <pc:sldChg chg="modSp mod">
        <pc:chgData name="Marcel van Oijen" userId="535b5bdf4c23b207" providerId="LiveId" clId="{13A487FE-4893-5F25-A2B5-6BBFE7879D51}" dt="2025-08-26T14:48:30.131" v="6668" actId="1035"/>
        <pc:sldMkLst>
          <pc:docMk/>
          <pc:sldMk cId="607501651" sldId="1108"/>
        </pc:sldMkLst>
        <pc:spChg chg="mod">
          <ac:chgData name="Marcel van Oijen" userId="535b5bdf4c23b207" providerId="LiveId" clId="{13A487FE-4893-5F25-A2B5-6BBFE7879D51}" dt="2025-08-26T14:48:30.131" v="6668" actId="1035"/>
          <ac:spMkLst>
            <pc:docMk/>
            <pc:sldMk cId="607501651" sldId="1108"/>
            <ac:spMk id="50" creationId="{6E3573DE-AD23-FC49-B908-CB3C979C3C5A}"/>
          </ac:spMkLst>
        </pc:spChg>
      </pc:sldChg>
      <pc:sldChg chg="modSp mod">
        <pc:chgData name="Marcel van Oijen" userId="535b5bdf4c23b207" providerId="LiveId" clId="{13A487FE-4893-5F25-A2B5-6BBFE7879D51}" dt="2025-08-26T15:04:13.496" v="6802" actId="20577"/>
        <pc:sldMkLst>
          <pc:docMk/>
          <pc:sldMk cId="3559532749" sldId="1142"/>
        </pc:sldMkLst>
        <pc:spChg chg="mod">
          <ac:chgData name="Marcel van Oijen" userId="535b5bdf4c23b207" providerId="LiveId" clId="{13A487FE-4893-5F25-A2B5-6BBFE7879D51}" dt="2025-08-26T15:04:13.496" v="6802" actId="20577"/>
          <ac:spMkLst>
            <pc:docMk/>
            <pc:sldMk cId="3559532749" sldId="1142"/>
            <ac:spMk id="5" creationId="{23EE247D-9F96-364C-20E6-4A8704914E9A}"/>
          </ac:spMkLst>
        </pc:spChg>
        <pc:spChg chg="mod">
          <ac:chgData name="Marcel van Oijen" userId="535b5bdf4c23b207" providerId="LiveId" clId="{13A487FE-4893-5F25-A2B5-6BBFE7879D51}" dt="2025-08-26T15:01:47.077" v="6776" actId="20577"/>
          <ac:spMkLst>
            <pc:docMk/>
            <pc:sldMk cId="3559532749" sldId="1142"/>
            <ac:spMk id="7" creationId="{AA389EAF-A01F-63A8-AF94-D957046B4745}"/>
          </ac:spMkLst>
        </pc:spChg>
      </pc:sldChg>
      <pc:sldChg chg="modSp mod">
        <pc:chgData name="Marcel van Oijen" userId="535b5bdf4c23b207" providerId="LiveId" clId="{13A487FE-4893-5F25-A2B5-6BBFE7879D51}" dt="2025-08-26T15:05:12.609" v="6815" actId="14100"/>
        <pc:sldMkLst>
          <pc:docMk/>
          <pc:sldMk cId="1986535945" sldId="1143"/>
        </pc:sldMkLst>
        <pc:spChg chg="mod">
          <ac:chgData name="Marcel van Oijen" userId="535b5bdf4c23b207" providerId="LiveId" clId="{13A487FE-4893-5F25-A2B5-6BBFE7879D51}" dt="2025-08-26T15:05:12.609" v="6815" actId="14100"/>
          <ac:spMkLst>
            <pc:docMk/>
            <pc:sldMk cId="1986535945" sldId="1143"/>
            <ac:spMk id="7" creationId="{34A59BFF-2811-510F-58FB-40E88A466262}"/>
          </ac:spMkLst>
        </pc:spChg>
      </pc:sldChg>
      <pc:sldChg chg="modSp mod">
        <pc:chgData name="Marcel van Oijen" userId="535b5bdf4c23b207" providerId="LiveId" clId="{13A487FE-4893-5F25-A2B5-6BBFE7879D51}" dt="2025-08-26T15:11:40.550" v="6888" actId="1035"/>
        <pc:sldMkLst>
          <pc:docMk/>
          <pc:sldMk cId="3246381731" sldId="1145"/>
        </pc:sldMkLst>
        <pc:spChg chg="mod">
          <ac:chgData name="Marcel van Oijen" userId="535b5bdf4c23b207" providerId="LiveId" clId="{13A487FE-4893-5F25-A2B5-6BBFE7879D51}" dt="2025-08-26T15:11:40.550" v="6888" actId="1035"/>
          <ac:spMkLst>
            <pc:docMk/>
            <pc:sldMk cId="3246381731" sldId="1145"/>
            <ac:spMk id="7" creationId="{BA8C2017-830A-5C41-EF43-67342E22BB2A}"/>
          </ac:spMkLst>
        </pc:spChg>
      </pc:sldChg>
      <pc:sldChg chg="modSp mod">
        <pc:chgData name="Marcel van Oijen" userId="535b5bdf4c23b207" providerId="LiveId" clId="{13A487FE-4893-5F25-A2B5-6BBFE7879D51}" dt="2025-08-26T15:13:16.425" v="6905" actId="20577"/>
        <pc:sldMkLst>
          <pc:docMk/>
          <pc:sldMk cId="2813921568" sldId="1156"/>
        </pc:sldMkLst>
        <pc:spChg chg="mod">
          <ac:chgData name="Marcel van Oijen" userId="535b5bdf4c23b207" providerId="LiveId" clId="{13A487FE-4893-5F25-A2B5-6BBFE7879D51}" dt="2025-08-26T15:13:16.425" v="6905" actId="20577"/>
          <ac:spMkLst>
            <pc:docMk/>
            <pc:sldMk cId="2813921568" sldId="1156"/>
            <ac:spMk id="2" creationId="{9541A419-CEC5-7289-48C7-E969175FA9E8}"/>
          </ac:spMkLst>
        </pc:spChg>
      </pc:sldChg>
      <pc:sldChg chg="modSp mod">
        <pc:chgData name="Marcel van Oijen" userId="535b5bdf4c23b207" providerId="LiveId" clId="{13A487FE-4893-5F25-A2B5-6BBFE7879D51}" dt="2025-08-26T14:50:37.295" v="6681" actId="20577"/>
        <pc:sldMkLst>
          <pc:docMk/>
          <pc:sldMk cId="1518495748" sldId="1163"/>
        </pc:sldMkLst>
        <pc:spChg chg="mod">
          <ac:chgData name="Marcel van Oijen" userId="535b5bdf4c23b207" providerId="LiveId" clId="{13A487FE-4893-5F25-A2B5-6BBFE7879D51}" dt="2025-08-26T14:50:34.460" v="6678" actId="20577"/>
          <ac:spMkLst>
            <pc:docMk/>
            <pc:sldMk cId="1518495748" sldId="1163"/>
            <ac:spMk id="3" creationId="{A87D693B-C8ED-2AD2-6FF5-6616CC454B42}"/>
          </ac:spMkLst>
        </pc:spChg>
        <pc:spChg chg="mod">
          <ac:chgData name="Marcel van Oijen" userId="535b5bdf4c23b207" providerId="LiveId" clId="{13A487FE-4893-5F25-A2B5-6BBFE7879D51}" dt="2025-08-26T14:50:37.295" v="6681" actId="20577"/>
          <ac:spMkLst>
            <pc:docMk/>
            <pc:sldMk cId="1518495748" sldId="1163"/>
            <ac:spMk id="6" creationId="{A2841A7F-13BD-FF70-C995-0CCBCAC30498}"/>
          </ac:spMkLst>
        </pc:spChg>
      </pc:sldChg>
      <pc:sldChg chg="modSp mod">
        <pc:chgData name="Marcel van Oijen" userId="535b5bdf4c23b207" providerId="LiveId" clId="{13A487FE-4893-5F25-A2B5-6BBFE7879D51}" dt="2025-08-26T14:58:33.672" v="6720" actId="20577"/>
        <pc:sldMkLst>
          <pc:docMk/>
          <pc:sldMk cId="2003750743" sldId="1164"/>
        </pc:sldMkLst>
        <pc:spChg chg="mod">
          <ac:chgData name="Marcel van Oijen" userId="535b5bdf4c23b207" providerId="LiveId" clId="{13A487FE-4893-5F25-A2B5-6BBFE7879D51}" dt="2025-08-26T14:50:54.724" v="6687" actId="20577"/>
          <ac:spMkLst>
            <pc:docMk/>
            <pc:sldMk cId="2003750743" sldId="1164"/>
            <ac:spMk id="3" creationId="{13B0F9C6-CA19-EA53-4675-454898E99048}"/>
          </ac:spMkLst>
        </pc:spChg>
        <pc:spChg chg="mod">
          <ac:chgData name="Marcel van Oijen" userId="535b5bdf4c23b207" providerId="LiveId" clId="{13A487FE-4893-5F25-A2B5-6BBFE7879D51}" dt="2025-08-26T14:58:33.672" v="6720" actId="20577"/>
          <ac:spMkLst>
            <pc:docMk/>
            <pc:sldMk cId="2003750743" sldId="1164"/>
            <ac:spMk id="4" creationId="{A60594A1-1634-00A6-60D1-E2349C0CB0AE}"/>
          </ac:spMkLst>
        </pc:spChg>
        <pc:spChg chg="mod">
          <ac:chgData name="Marcel van Oijen" userId="535b5bdf4c23b207" providerId="LiveId" clId="{13A487FE-4893-5F25-A2B5-6BBFE7879D51}" dt="2025-08-26T14:50:50.944" v="6684" actId="20577"/>
          <ac:spMkLst>
            <pc:docMk/>
            <pc:sldMk cId="2003750743" sldId="1164"/>
            <ac:spMk id="6" creationId="{1FA733A9-3E4C-3B76-FCC0-217488FCBD81}"/>
          </ac:spMkLst>
        </pc:spChg>
        <pc:spChg chg="mod">
          <ac:chgData name="Marcel van Oijen" userId="535b5bdf4c23b207" providerId="LiveId" clId="{13A487FE-4893-5F25-A2B5-6BBFE7879D51}" dt="2025-08-26T14:56:57.046" v="6694" actId="20577"/>
          <ac:spMkLst>
            <pc:docMk/>
            <pc:sldMk cId="2003750743" sldId="1164"/>
            <ac:spMk id="7" creationId="{AAE452DC-5B1D-CD5D-E89F-A6D8BAD73782}"/>
          </ac:spMkLst>
        </pc:spChg>
      </pc:sldChg>
      <pc:sldChg chg="delSp modSp add del mod">
        <pc:chgData name="Marcel van Oijen" userId="535b5bdf4c23b207" providerId="LiveId" clId="{13A487FE-4893-5F25-A2B5-6BBFE7879D51}" dt="2025-08-26T16:31:31.965" v="8274" actId="2696"/>
        <pc:sldMkLst>
          <pc:docMk/>
          <pc:sldMk cId="3340384373" sldId="1166"/>
        </pc:sldMkLst>
      </pc:sldChg>
      <pc:sldChg chg="addSp modSp add mod ord modAnim">
        <pc:chgData name="Marcel van Oijen" userId="535b5bdf4c23b207" providerId="LiveId" clId="{13A487FE-4893-5F25-A2B5-6BBFE7879D51}" dt="2025-08-25T10:26:08.670" v="3177" actId="20578"/>
        <pc:sldMkLst>
          <pc:docMk/>
          <pc:sldMk cId="1544187679" sldId="1167"/>
        </pc:sldMkLst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4" creationId="{8D354B3F-41D8-B8A7-6A82-1B6CA6A5CB8C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5" creationId="{FCBF4BA3-5FDB-72B5-FD6D-E3A9DBD879AA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7" creationId="{0E6936D0-8538-0C80-1EF1-BB909912CE61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8" creationId="{31CD6998-C751-CCA9-67C3-E2C22453B5AA}"/>
          </ac:spMkLst>
        </pc:spChg>
        <pc:spChg chg="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19" creationId="{F524EEF9-8443-81F1-0A45-7704363AE241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0" creationId="{FD0BBC1D-1CC8-1306-3863-DBDC6F674D67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2" creationId="{F6D751AC-CFF7-0680-1D51-D271455E9EFB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23" creationId="{6DFD170A-06A3-F677-D213-3B7443C221EB}"/>
          </ac:spMkLst>
        </pc:spChg>
        <pc:spChg chg="mod">
          <ac:chgData name="Marcel van Oijen" userId="535b5bdf4c23b207" providerId="LiveId" clId="{13A487FE-4893-5F25-A2B5-6BBFE7879D51}" dt="2025-08-21T13:04:39.985" v="273" actId="1037"/>
          <ac:spMkLst>
            <pc:docMk/>
            <pc:sldMk cId="1544187679" sldId="1167"/>
            <ac:spMk id="28" creationId="{678AA711-0FFF-1B3F-C712-DADA9352F7DB}"/>
          </ac:spMkLst>
        </pc:spChg>
        <pc:spChg chg="add mod">
          <ac:chgData name="Marcel van Oijen" userId="535b5bdf4c23b207" providerId="LiveId" clId="{13A487FE-4893-5F25-A2B5-6BBFE7879D51}" dt="2025-08-21T13:43:36.209" v="802" actId="1038"/>
          <ac:spMkLst>
            <pc:docMk/>
            <pc:sldMk cId="1544187679" sldId="1167"/>
            <ac:spMk id="34" creationId="{776309C2-4720-001C-DB14-6D4A5CE1E260}"/>
          </ac:spMkLst>
        </pc:spChg>
        <pc:spChg chg="add mod">
          <ac:chgData name="Marcel van Oijen" userId="535b5bdf4c23b207" providerId="LiveId" clId="{13A487FE-4893-5F25-A2B5-6BBFE7879D51}" dt="2025-08-21T13:10:37.482" v="499" actId="1037"/>
          <ac:spMkLst>
            <pc:docMk/>
            <pc:sldMk cId="1544187679" sldId="1167"/>
            <ac:spMk id="35" creationId="{C26739E6-443B-3DA9-B55C-6B4862248695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1" creationId="{449CDCCE-5519-BE54-44B2-29DE92808D4D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2" creationId="{D23EBF55-A841-A83C-779B-82FAF9A40460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4" creationId="{3959EAE2-0A82-73FD-559D-73211CC6B08E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5" creationId="{D86E9358-4833-1BA2-8281-A62CAD6B90E2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59" creationId="{89D8747F-2E32-6FFA-995A-2B250822DC61}"/>
          </ac:spMkLst>
        </pc:spChg>
        <pc:spChg chg="add mod">
          <ac:chgData name="Marcel van Oijen" userId="535b5bdf4c23b207" providerId="LiveId" clId="{13A487FE-4893-5F25-A2B5-6BBFE7879D51}" dt="2025-08-21T13:10:44.971" v="511" actId="1037"/>
          <ac:spMkLst>
            <pc:docMk/>
            <pc:sldMk cId="1544187679" sldId="1167"/>
            <ac:spMk id="60" creationId="{9E19EF77-19D1-100B-BC3E-F4649EB67858}"/>
          </ac:spMkLst>
        </pc:spChg>
        <pc:spChg chg="add mod">
          <ac:chgData name="Marcel van Oijen" userId="535b5bdf4c23b207" providerId="LiveId" clId="{13A487FE-4893-5F25-A2B5-6BBFE7879D51}" dt="2025-08-21T13:10:51.787" v="522" actId="1038"/>
          <ac:spMkLst>
            <pc:docMk/>
            <pc:sldMk cId="1544187679" sldId="1167"/>
            <ac:spMk id="63" creationId="{564A343D-A61A-B04D-BCAB-C0C86965EAF1}"/>
          </ac:spMkLst>
        </pc:spChg>
        <pc:spChg chg="add mod">
          <ac:chgData name="Marcel van Oijen" userId="535b5bdf4c23b207" providerId="LiveId" clId="{13A487FE-4893-5F25-A2B5-6BBFE7879D51}" dt="2025-08-21T13:11:22.127" v="540" actId="1035"/>
          <ac:spMkLst>
            <pc:docMk/>
            <pc:sldMk cId="1544187679" sldId="1167"/>
            <ac:spMk id="18432" creationId="{4ED65DE2-DCF1-BC25-6EEC-38FE969B6509}"/>
          </ac:spMkLst>
        </pc:spChg>
        <pc:spChg chg="mod">
          <ac:chgData name="Marcel van Oijen" userId="535b5bdf4c23b207" providerId="LiveId" clId="{13A487FE-4893-5F25-A2B5-6BBFE7879D51}" dt="2025-08-21T13:04:39.985" v="273" actId="1037"/>
          <ac:spMkLst>
            <pc:docMk/>
            <pc:sldMk cId="1544187679" sldId="1167"/>
            <ac:spMk id="18436" creationId="{92D66E47-4FB3-B064-FF4E-668F1853C033}"/>
          </ac:spMkLst>
        </pc:spChg>
        <pc:spChg chg="add mod">
          <ac:chgData name="Marcel van Oijen" userId="535b5bdf4c23b207" providerId="LiveId" clId="{13A487FE-4893-5F25-A2B5-6BBFE7879D51}" dt="2025-08-21T13:20:00.222" v="598" actId="692"/>
          <ac:spMkLst>
            <pc:docMk/>
            <pc:sldMk cId="1544187679" sldId="1167"/>
            <ac:spMk id="18449" creationId="{3A8A39C1-179E-2750-74AD-DC4FF10067BD}"/>
          </ac:spMkLst>
        </pc:spChg>
        <pc:spChg chg="add mod">
          <ac:chgData name="Marcel van Oijen" userId="535b5bdf4c23b207" providerId="LiveId" clId="{13A487FE-4893-5F25-A2B5-6BBFE7879D51}" dt="2025-08-25T09:55:43.725" v="3134" actId="1076"/>
          <ac:spMkLst>
            <pc:docMk/>
            <pc:sldMk cId="1544187679" sldId="1167"/>
            <ac:spMk id="18450" creationId="{770D2E71-FCE9-33BA-C58C-ECB8D0A1293F}"/>
          </ac:spMkLst>
        </pc:spChg>
        <pc:spChg chg="add mod">
          <ac:chgData name="Marcel van Oijen" userId="535b5bdf4c23b207" providerId="LiveId" clId="{13A487FE-4893-5F25-A2B5-6BBFE7879D51}" dt="2025-08-21T13:45:25.181" v="809" actId="20577"/>
          <ac:spMkLst>
            <pc:docMk/>
            <pc:sldMk cId="1544187679" sldId="1167"/>
            <ac:spMk id="18451" creationId="{1277435F-802B-6023-CBAE-B31910807A6D}"/>
          </ac:spMkLst>
        </pc:spChg>
        <pc:spChg chg="add mod">
          <ac:chgData name="Marcel van Oijen" userId="535b5bdf4c23b207" providerId="LiveId" clId="{13A487FE-4893-5F25-A2B5-6BBFE7879D51}" dt="2025-08-21T13:56:40.734" v="903" actId="113"/>
          <ac:spMkLst>
            <pc:docMk/>
            <pc:sldMk cId="1544187679" sldId="1167"/>
            <ac:spMk id="18455" creationId="{94D13E7F-5D59-DD09-70BE-46D22C401B52}"/>
          </ac:spMkLst>
        </pc:spChg>
        <pc:spChg chg="add mod">
          <ac:chgData name="Marcel van Oijen" userId="535b5bdf4c23b207" providerId="LiveId" clId="{13A487FE-4893-5F25-A2B5-6BBFE7879D51}" dt="2025-08-21T13:56:43.831" v="904" actId="113"/>
          <ac:spMkLst>
            <pc:docMk/>
            <pc:sldMk cId="1544187679" sldId="1167"/>
            <ac:spMk id="18456" creationId="{C1C9215F-B055-00BA-1F34-032905ADFEA9}"/>
          </ac:spMkLst>
        </pc:sp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3" creationId="{BE10CBBF-A04A-06F3-1807-921073D7B8DA}"/>
          </ac:cxnSpMkLst>
        </pc:cxn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7" creationId="{AD5E3278-5F59-0700-F57E-0CF4442C4DA7}"/>
          </ac:cxnSpMkLst>
        </pc:cxnChg>
        <pc:cxnChg chg="add 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11" creationId="{1B21E321-C14F-7D3F-EDC0-C1A4D267041F}"/>
          </ac:cxnSpMkLst>
        </pc:cxnChg>
        <pc:cxnChg chg="mod">
          <ac:chgData name="Marcel van Oijen" userId="535b5bdf4c23b207" providerId="LiveId" clId="{13A487FE-4893-5F25-A2B5-6BBFE7879D51}" dt="2025-08-21T13:10:27.324" v="475" actId="1037"/>
          <ac:cxnSpMkLst>
            <pc:docMk/>
            <pc:sldMk cId="1544187679" sldId="1167"/>
            <ac:cxnSpMk id="16" creationId="{CD661A84-F800-2669-F24C-5A3D2BE157EC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21" creationId="{3765909A-0AC4-6E91-9538-632ED243855E}"/>
          </ac:cxnSpMkLst>
        </pc:cxnChg>
        <pc:cxnChg chg="add mod">
          <ac:chgData name="Marcel van Oijen" userId="535b5bdf4c23b207" providerId="LiveId" clId="{13A487FE-4893-5F25-A2B5-6BBFE7879D51}" dt="2025-08-21T11:43:00.293" v="159" actId="1076"/>
          <ac:cxnSpMkLst>
            <pc:docMk/>
            <pc:sldMk cId="1544187679" sldId="1167"/>
            <ac:cxnSpMk id="24" creationId="{2D3E76C1-FFFE-582F-9820-75E3E440E97D}"/>
          </ac:cxnSpMkLst>
        </pc:cxnChg>
        <pc:cxnChg chg="add mod">
          <ac:chgData name="Marcel van Oijen" userId="535b5bdf4c23b207" providerId="LiveId" clId="{13A487FE-4893-5F25-A2B5-6BBFE7879D51}" dt="2025-08-21T13:02:58.868" v="241" actId="1076"/>
          <ac:cxnSpMkLst>
            <pc:docMk/>
            <pc:sldMk cId="1544187679" sldId="1167"/>
            <ac:cxnSpMk id="25" creationId="{BB014484-0984-47E2-038D-4DAD58C9F371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26" creationId="{2D874B01-5F9E-DA7B-F60E-BABB68583931}"/>
          </ac:cxnSpMkLst>
        </pc:cxnChg>
        <pc:cxnChg chg="mod">
          <ac:chgData name="Marcel van Oijen" userId="535b5bdf4c23b207" providerId="LiveId" clId="{13A487FE-4893-5F25-A2B5-6BBFE7879D51}" dt="2025-08-21T13:04:39.985" v="273" actId="1037"/>
          <ac:cxnSpMkLst>
            <pc:docMk/>
            <pc:sldMk cId="1544187679" sldId="1167"/>
            <ac:cxnSpMk id="32" creationId="{AB148E7B-FF57-307F-2F1A-05434FF0D243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43" creationId="{0CCA6F09-7E8E-DE41-77B6-274D197ECB9B}"/>
          </ac:cxnSpMkLst>
        </pc:cxnChg>
        <pc:cxnChg chg="add mod">
          <ac:chgData name="Marcel van Oijen" userId="535b5bdf4c23b207" providerId="LiveId" clId="{13A487FE-4893-5F25-A2B5-6BBFE7879D51}" dt="2025-08-21T13:10:37.482" v="499" actId="1037"/>
          <ac:cxnSpMkLst>
            <pc:docMk/>
            <pc:sldMk cId="1544187679" sldId="1167"/>
            <ac:cxnSpMk id="44" creationId="{5E022747-7D1D-5822-424B-EDA463AE3620}"/>
          </ac:cxnSpMkLst>
        </pc:cxnChg>
        <pc:cxnChg chg="add mod">
          <ac:chgData name="Marcel van Oijen" userId="535b5bdf4c23b207" providerId="LiveId" clId="{13A487FE-4893-5F25-A2B5-6BBFE7879D51}" dt="2025-08-21T13:10:44.971" v="511" actId="1037"/>
          <ac:cxnSpMkLst>
            <pc:docMk/>
            <pc:sldMk cId="1544187679" sldId="1167"/>
            <ac:cxnSpMk id="56" creationId="{8988705F-E9E1-6EE6-C60E-3C8BF34B86A2}"/>
          </ac:cxnSpMkLst>
        </pc:cxnChg>
        <pc:cxnChg chg="add mod">
          <ac:chgData name="Marcel van Oijen" userId="535b5bdf4c23b207" providerId="LiveId" clId="{13A487FE-4893-5F25-A2B5-6BBFE7879D51}" dt="2025-08-21T13:10:44.971" v="511" actId="1037"/>
          <ac:cxnSpMkLst>
            <pc:docMk/>
            <pc:sldMk cId="1544187679" sldId="1167"/>
            <ac:cxnSpMk id="58" creationId="{34B2049B-2A3F-9FA2-DCB8-4100CCF38882}"/>
          </ac:cxnSpMkLst>
        </pc:cxnChg>
        <pc:cxnChg chg="add mod">
          <ac:chgData name="Marcel van Oijen" userId="535b5bdf4c23b207" providerId="LiveId" clId="{13A487FE-4893-5F25-A2B5-6BBFE7879D51}" dt="2025-08-21T13:06:04.567" v="446" actId="1037"/>
          <ac:cxnSpMkLst>
            <pc:docMk/>
            <pc:sldMk cId="1544187679" sldId="1167"/>
            <ac:cxnSpMk id="61" creationId="{500FB5D0-A9EE-B978-B996-50AD2557B2C9}"/>
          </ac:cxnSpMkLst>
        </pc:cxnChg>
        <pc:cxnChg chg="add mod">
          <ac:chgData name="Marcel van Oijen" userId="535b5bdf4c23b207" providerId="LiveId" clId="{13A487FE-4893-5F25-A2B5-6BBFE7879D51}" dt="2025-08-21T13:06:04.567" v="446" actId="1037"/>
          <ac:cxnSpMkLst>
            <pc:docMk/>
            <pc:sldMk cId="1544187679" sldId="1167"/>
            <ac:cxnSpMk id="62" creationId="{41DDBE8D-A848-0AB6-1187-5E32288FE669}"/>
          </ac:cxnSpMkLst>
        </pc:cxnChg>
        <pc:cxnChg chg="add mod">
          <ac:chgData name="Marcel van Oijen" userId="535b5bdf4c23b207" providerId="LiveId" clId="{13A487FE-4893-5F25-A2B5-6BBFE7879D51}" dt="2025-08-21T13:11:07.047" v="535" actId="14100"/>
          <ac:cxnSpMkLst>
            <pc:docMk/>
            <pc:sldMk cId="1544187679" sldId="1167"/>
            <ac:cxnSpMk id="18433" creationId="{205E701A-394C-B71A-8ED9-375CA2F13124}"/>
          </ac:cxnSpMkLst>
        </pc:cxnChg>
        <pc:cxnChg chg="add mod">
          <ac:chgData name="Marcel van Oijen" userId="535b5bdf4c23b207" providerId="LiveId" clId="{13A487FE-4893-5F25-A2B5-6BBFE7879D51}" dt="2025-08-21T13:11:37.548" v="542" actId="14100"/>
          <ac:cxnSpMkLst>
            <pc:docMk/>
            <pc:sldMk cId="1544187679" sldId="1167"/>
            <ac:cxnSpMk id="18437" creationId="{C4577D6B-131E-12C4-FDDE-EC68E60810EC}"/>
          </ac:cxnSpMkLst>
        </pc:cxnChg>
        <pc:cxnChg chg="add mod">
          <ac:chgData name="Marcel van Oijen" userId="535b5bdf4c23b207" providerId="LiveId" clId="{13A487FE-4893-5F25-A2B5-6BBFE7879D51}" dt="2025-08-21T13:44:13.138" v="805" actId="14100"/>
          <ac:cxnSpMkLst>
            <pc:docMk/>
            <pc:sldMk cId="1544187679" sldId="1167"/>
            <ac:cxnSpMk id="18453" creationId="{F7E4A67D-32BE-BD76-F175-435CFA0804CD}"/>
          </ac:cxnSpMkLst>
        </pc:cxnChg>
      </pc:sldChg>
      <pc:sldChg chg="addSp delSp modSp add del mod modAnim">
        <pc:chgData name="Marcel van Oijen" userId="535b5bdf4c23b207" providerId="LiveId" clId="{13A487FE-4893-5F25-A2B5-6BBFE7879D51}" dt="2025-08-25T09:57:34.782" v="3136" actId="2696"/>
        <pc:sldMkLst>
          <pc:docMk/>
          <pc:sldMk cId="2411006124" sldId="1168"/>
        </pc:sldMkLst>
      </pc:sldChg>
      <pc:sldChg chg="add del">
        <pc:chgData name="Marcel van Oijen" userId="535b5bdf4c23b207" providerId="LiveId" clId="{13A487FE-4893-5F25-A2B5-6BBFE7879D51}" dt="2025-08-21T11:34:40.105" v="106" actId="2696"/>
        <pc:sldMkLst>
          <pc:docMk/>
          <pc:sldMk cId="3273395904" sldId="1168"/>
        </pc:sldMkLst>
      </pc:sldChg>
      <pc:sldChg chg="addSp delSp modSp new mod">
        <pc:chgData name="Marcel van Oijen" userId="535b5bdf4c23b207" providerId="LiveId" clId="{13A487FE-4893-5F25-A2B5-6BBFE7879D51}" dt="2025-08-25T11:18:10.203" v="3403" actId="20577"/>
        <pc:sldMkLst>
          <pc:docMk/>
          <pc:sldMk cId="3924492115" sldId="1169"/>
        </pc:sldMkLst>
        <pc:spChg chg="mod">
          <ac:chgData name="Marcel van Oijen" userId="535b5bdf4c23b207" providerId="LiveId" clId="{13A487FE-4893-5F25-A2B5-6BBFE7879D51}" dt="2025-08-21T15:21:34.760" v="1994" actId="20577"/>
          <ac:spMkLst>
            <pc:docMk/>
            <pc:sldMk cId="3924492115" sldId="1169"/>
            <ac:spMk id="2" creationId="{7E40F680-714B-02FD-1473-72EB79EB8A21}"/>
          </ac:spMkLst>
        </pc:spChg>
        <pc:spChg chg="add mod">
          <ac:chgData name="Marcel van Oijen" userId="535b5bdf4c23b207" providerId="LiveId" clId="{13A487FE-4893-5F25-A2B5-6BBFE7879D51}" dt="2025-08-25T11:17:00.636" v="3387" actId="20577"/>
          <ac:spMkLst>
            <pc:docMk/>
            <pc:sldMk cId="3924492115" sldId="1169"/>
            <ac:spMk id="3" creationId="{90F7F65F-75EA-D60A-307C-0F46DA75D51A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4" creationId="{BB3AE61C-81CA-2067-6846-FED4CD995A1F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6" creationId="{7341BE4E-B94A-707B-FE49-496FB920DBBD}"/>
          </ac:spMkLst>
        </pc:spChg>
        <pc:spChg chg="add mod">
          <ac:chgData name="Marcel van Oijen" userId="535b5bdf4c23b207" providerId="LiveId" clId="{13A487FE-4893-5F25-A2B5-6BBFE7879D51}" dt="2025-08-25T11:18:00.544" v="3399" actId="20577"/>
          <ac:spMkLst>
            <pc:docMk/>
            <pc:sldMk cId="3924492115" sldId="1169"/>
            <ac:spMk id="7" creationId="{0C2618B4-73AF-F972-A391-FEBEF21DA0C0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15" creationId="{8260F8A2-3B63-7DCC-2E4C-ED48C9A633ED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49" creationId="{FF64D946-20E2-B56D-5D24-67A0F4CB7168}"/>
          </ac:spMkLst>
        </pc:spChg>
        <pc:spChg chg="add mod">
          <ac:chgData name="Marcel van Oijen" userId="535b5bdf4c23b207" providerId="LiveId" clId="{13A487FE-4893-5F25-A2B5-6BBFE7879D51}" dt="2025-08-21T15:42:45.524" v="2428" actId="1038"/>
          <ac:spMkLst>
            <pc:docMk/>
            <pc:sldMk cId="3924492115" sldId="1169"/>
            <ac:spMk id="50" creationId="{E98421BB-5C19-82DB-0B5A-932A96082B00}"/>
          </ac:spMkLst>
        </pc:spChg>
        <pc:spChg chg="add mod">
          <ac:chgData name="Marcel van Oijen" userId="535b5bdf4c23b207" providerId="LiveId" clId="{13A487FE-4893-5F25-A2B5-6BBFE7879D51}" dt="2025-08-21T15:49:06.336" v="2487" actId="688"/>
          <ac:spMkLst>
            <pc:docMk/>
            <pc:sldMk cId="3924492115" sldId="1169"/>
            <ac:spMk id="51" creationId="{61A25FB5-1AAB-04EC-20D0-A57687FC0462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4" creationId="{0416C244-5ED8-907A-35AB-5E0D89715E75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5" creationId="{816A4429-DCE0-C56D-766C-3583AD87E6F9}"/>
          </ac:spMkLst>
        </pc:spChg>
        <pc:spChg chg="add mod">
          <ac:chgData name="Marcel van Oijen" userId="535b5bdf4c23b207" providerId="LiveId" clId="{13A487FE-4893-5F25-A2B5-6BBFE7879D51}" dt="2025-08-21T16:09:20.494" v="2783" actId="1037"/>
          <ac:spMkLst>
            <pc:docMk/>
            <pc:sldMk cId="3924492115" sldId="1169"/>
            <ac:spMk id="56" creationId="{693FEC9D-116F-B904-706A-70849CB7B043}"/>
          </ac:spMkLst>
        </pc:spChg>
        <pc:spChg chg="add mod">
          <ac:chgData name="Marcel van Oijen" userId="535b5bdf4c23b207" providerId="LiveId" clId="{13A487FE-4893-5F25-A2B5-6BBFE7879D51}" dt="2025-08-25T11:16:51.607" v="3383" actId="20577"/>
          <ac:spMkLst>
            <pc:docMk/>
            <pc:sldMk cId="3924492115" sldId="1169"/>
            <ac:spMk id="61" creationId="{780A8EF9-F302-7317-8E20-27800AA418DD}"/>
          </ac:spMkLst>
        </pc:spChg>
        <pc:spChg chg="add mod">
          <ac:chgData name="Marcel van Oijen" userId="535b5bdf4c23b207" providerId="LiveId" clId="{13A487FE-4893-5F25-A2B5-6BBFE7879D51}" dt="2025-08-25T11:17:10.311" v="3391" actId="20577"/>
          <ac:spMkLst>
            <pc:docMk/>
            <pc:sldMk cId="3924492115" sldId="1169"/>
            <ac:spMk id="62" creationId="{DC6BEBA1-45BA-FBBE-F8D3-01A39574B855}"/>
          </ac:spMkLst>
        </pc:spChg>
        <pc:spChg chg="add mod">
          <ac:chgData name="Marcel van Oijen" userId="535b5bdf4c23b207" providerId="LiveId" clId="{13A487FE-4893-5F25-A2B5-6BBFE7879D51}" dt="2025-08-25T11:17:15.440" v="3395" actId="20577"/>
          <ac:spMkLst>
            <pc:docMk/>
            <pc:sldMk cId="3924492115" sldId="1169"/>
            <ac:spMk id="63" creationId="{C2204229-16F7-3F42-5E32-FACC091FFB45}"/>
          </ac:spMkLst>
        </pc:spChg>
        <pc:spChg chg="add mod">
          <ac:chgData name="Marcel van Oijen" userId="535b5bdf4c23b207" providerId="LiveId" clId="{13A487FE-4893-5F25-A2B5-6BBFE7879D51}" dt="2025-08-25T11:18:10.203" v="3403" actId="20577"/>
          <ac:spMkLst>
            <pc:docMk/>
            <pc:sldMk cId="3924492115" sldId="1169"/>
            <ac:spMk id="70" creationId="{24071999-6F0A-AD34-50E1-3097499BAAB1}"/>
          </ac:spMkLst>
        </pc:spChg>
        <pc:spChg chg="add mod">
          <ac:chgData name="Marcel van Oijen" userId="535b5bdf4c23b207" providerId="LiveId" clId="{13A487FE-4893-5F25-A2B5-6BBFE7879D51}" dt="2025-08-21T16:08:52.165" v="2751" actId="1038"/>
          <ac:spMkLst>
            <pc:docMk/>
            <pc:sldMk cId="3924492115" sldId="1169"/>
            <ac:spMk id="71" creationId="{EB7DDD70-B274-3C28-A8F1-80ABB4507B0B}"/>
          </ac:spMkLst>
        </pc:spChg>
        <pc:spChg chg="add mod">
          <ac:chgData name="Marcel van Oijen" userId="535b5bdf4c23b207" providerId="LiveId" clId="{13A487FE-4893-5F25-A2B5-6BBFE7879D51}" dt="2025-08-21T16:08:55.780" v="2761" actId="1038"/>
          <ac:spMkLst>
            <pc:docMk/>
            <pc:sldMk cId="3924492115" sldId="1169"/>
            <ac:spMk id="72" creationId="{F1A82218-B552-BD9F-44CD-38ACA04035B2}"/>
          </ac:spMkLst>
        </pc:spChg>
        <pc:cxnChg chg="add mod">
          <ac:chgData name="Marcel van Oijen" userId="535b5bdf4c23b207" providerId="LiveId" clId="{13A487FE-4893-5F25-A2B5-6BBFE7879D51}" dt="2025-08-21T15:25:52.316" v="2025" actId="14100"/>
          <ac:cxnSpMkLst>
            <pc:docMk/>
            <pc:sldMk cId="3924492115" sldId="1169"/>
            <ac:cxnSpMk id="10" creationId="{6DCD2E9A-3261-BDC2-8379-FD5633C84106}"/>
          </ac:cxnSpMkLst>
        </pc:cxnChg>
        <pc:cxnChg chg="add mod">
          <ac:chgData name="Marcel van Oijen" userId="535b5bdf4c23b207" providerId="LiveId" clId="{13A487FE-4893-5F25-A2B5-6BBFE7879D51}" dt="2025-08-21T15:25:56.231" v="2026" actId="14100"/>
          <ac:cxnSpMkLst>
            <pc:docMk/>
            <pc:sldMk cId="3924492115" sldId="1169"/>
            <ac:cxnSpMk id="18" creationId="{B4585D0D-AE69-CF5D-CB07-334FCAB05080}"/>
          </ac:cxnSpMkLst>
        </pc:cxnChg>
        <pc:cxnChg chg="add mod">
          <ac:chgData name="Marcel van Oijen" userId="535b5bdf4c23b207" providerId="LiveId" clId="{13A487FE-4893-5F25-A2B5-6BBFE7879D51}" dt="2025-08-21T16:09:26.116" v="2784" actId="14100"/>
          <ac:cxnSpMkLst>
            <pc:docMk/>
            <pc:sldMk cId="3924492115" sldId="1169"/>
            <ac:cxnSpMk id="21" creationId="{E6A3E70F-94C8-6826-4E68-714CA00AF6D5}"/>
          </ac:cxnSpMkLst>
        </pc:cxnChg>
        <pc:cxnChg chg="add mod">
          <ac:chgData name="Marcel van Oijen" userId="535b5bdf4c23b207" providerId="LiveId" clId="{13A487FE-4893-5F25-A2B5-6BBFE7879D51}" dt="2025-08-21T16:09:29.425" v="2785" actId="14100"/>
          <ac:cxnSpMkLst>
            <pc:docMk/>
            <pc:sldMk cId="3924492115" sldId="1169"/>
            <ac:cxnSpMk id="23" creationId="{F36106E0-7791-F2B2-4137-6F9099C9807B}"/>
          </ac:cxnSpMkLst>
        </pc:cxnChg>
        <pc:cxnChg chg="add mod">
          <ac:chgData name="Marcel van Oijen" userId="535b5bdf4c23b207" providerId="LiveId" clId="{13A487FE-4893-5F25-A2B5-6BBFE7879D51}" dt="2025-08-21T16:09:35.039" v="2786" actId="14100"/>
          <ac:cxnSpMkLst>
            <pc:docMk/>
            <pc:sldMk cId="3924492115" sldId="1169"/>
            <ac:cxnSpMk id="31" creationId="{53E08B67-FD3D-5923-096C-849243C0F6AE}"/>
          </ac:cxnSpMkLst>
        </pc:cxnChg>
        <pc:cxnChg chg="add mod">
          <ac:chgData name="Marcel van Oijen" userId="535b5bdf4c23b207" providerId="LiveId" clId="{13A487FE-4893-5F25-A2B5-6BBFE7879D51}" dt="2025-08-21T16:09:39.269" v="2787" actId="14100"/>
          <ac:cxnSpMkLst>
            <pc:docMk/>
            <pc:sldMk cId="3924492115" sldId="1169"/>
            <ac:cxnSpMk id="32" creationId="{8BDE1494-CF29-87EF-3B9B-A7EF7723B118}"/>
          </ac:cxnSpMkLst>
        </pc:cxnChg>
      </pc:sldChg>
      <pc:sldChg chg="addSp delSp modSp add mod">
        <pc:chgData name="Marcel van Oijen" userId="535b5bdf4c23b207" providerId="LiveId" clId="{13A487FE-4893-5F25-A2B5-6BBFE7879D51}" dt="2025-08-21T16:22:25.894" v="3058" actId="478"/>
        <pc:sldMkLst>
          <pc:docMk/>
          <pc:sldMk cId="373902730" sldId="1170"/>
        </pc:sldMkLst>
        <pc:spChg chg="mod">
          <ac:chgData name="Marcel van Oijen" userId="535b5bdf4c23b207" providerId="LiveId" clId="{13A487FE-4893-5F25-A2B5-6BBFE7879D51}" dt="2025-08-21T16:13:23.681" v="2816" actId="20577"/>
          <ac:spMkLst>
            <pc:docMk/>
            <pc:sldMk cId="373902730" sldId="1170"/>
            <ac:spMk id="2" creationId="{894BECE5-4C66-A5EB-38E7-738E8CC26C49}"/>
          </ac:spMkLst>
        </pc:spChg>
        <pc:spChg chg="add mod">
          <ac:chgData name="Marcel van Oijen" userId="535b5bdf4c23b207" providerId="LiveId" clId="{13A487FE-4893-5F25-A2B5-6BBFE7879D51}" dt="2025-08-21T16:18:54.368" v="2869" actId="1076"/>
          <ac:spMkLst>
            <pc:docMk/>
            <pc:sldMk cId="373902730" sldId="1170"/>
            <ac:spMk id="5" creationId="{91D54527-D4F9-044E-93F9-D511566A05F7}"/>
          </ac:spMkLst>
        </pc:spChg>
        <pc:spChg chg="add mod">
          <ac:chgData name="Marcel van Oijen" userId="535b5bdf4c23b207" providerId="LiveId" clId="{13A487FE-4893-5F25-A2B5-6BBFE7879D51}" dt="2025-08-21T16:18:51.411" v="2868" actId="1076"/>
          <ac:spMkLst>
            <pc:docMk/>
            <pc:sldMk cId="373902730" sldId="1170"/>
            <ac:spMk id="8" creationId="{79B9071C-7E20-650F-20F7-2F21F955A0E9}"/>
          </ac:spMkLst>
        </pc:spChg>
        <pc:spChg chg="add mod">
          <ac:chgData name="Marcel van Oijen" userId="535b5bdf4c23b207" providerId="LiveId" clId="{13A487FE-4893-5F25-A2B5-6BBFE7879D51}" dt="2025-08-21T16:18:48.373" v="2867" actId="1076"/>
          <ac:spMkLst>
            <pc:docMk/>
            <pc:sldMk cId="373902730" sldId="1170"/>
            <ac:spMk id="9" creationId="{E970E91B-C6FD-4EFF-CF48-8988C291B142}"/>
          </ac:spMkLst>
        </pc:spChg>
        <pc:spChg chg="add mod">
          <ac:chgData name="Marcel van Oijen" userId="535b5bdf4c23b207" providerId="LiveId" clId="{13A487FE-4893-5F25-A2B5-6BBFE7879D51}" dt="2025-08-21T16:18:45.343" v="2866" actId="1076"/>
          <ac:spMkLst>
            <pc:docMk/>
            <pc:sldMk cId="373902730" sldId="1170"/>
            <ac:spMk id="11" creationId="{2CA72084-4874-65E3-A8F2-A85254B49658}"/>
          </ac:spMkLst>
        </pc:spChg>
        <pc:cxnChg chg="add mod">
          <ac:chgData name="Marcel van Oijen" userId="535b5bdf4c23b207" providerId="LiveId" clId="{13A487FE-4893-5F25-A2B5-6BBFE7879D51}" dt="2025-08-21T16:21:37.680" v="2892" actId="14100"/>
          <ac:cxnSpMkLst>
            <pc:docMk/>
            <pc:sldMk cId="373902730" sldId="1170"/>
            <ac:cxnSpMk id="12" creationId="{71C49E6A-2783-EDD8-0FCA-709434D78665}"/>
          </ac:cxnSpMkLst>
        </pc:cxnChg>
        <pc:cxnChg chg="add mod">
          <ac:chgData name="Marcel van Oijen" userId="535b5bdf4c23b207" providerId="LiveId" clId="{13A487FE-4893-5F25-A2B5-6BBFE7879D51}" dt="2025-08-21T16:21:33.175" v="2891" actId="14100"/>
          <ac:cxnSpMkLst>
            <pc:docMk/>
            <pc:sldMk cId="373902730" sldId="1170"/>
            <ac:cxnSpMk id="13" creationId="{7DF530E2-DAC8-E0FE-4610-EC51EED22C9D}"/>
          </ac:cxnSpMkLst>
        </pc:cxnChg>
        <pc:cxnChg chg="add mod">
          <ac:chgData name="Marcel van Oijen" userId="535b5bdf4c23b207" providerId="LiveId" clId="{13A487FE-4893-5F25-A2B5-6BBFE7879D51}" dt="2025-08-21T16:21:27.943" v="2890" actId="14100"/>
          <ac:cxnSpMkLst>
            <pc:docMk/>
            <pc:sldMk cId="373902730" sldId="1170"/>
            <ac:cxnSpMk id="14" creationId="{CCE1DAB7-F6D6-3258-E62B-B462C95F8498}"/>
          </ac:cxnSpMkLst>
        </pc:cxnChg>
        <pc:cxnChg chg="mod">
          <ac:chgData name="Marcel van Oijen" userId="535b5bdf4c23b207" providerId="LiveId" clId="{13A487FE-4893-5F25-A2B5-6BBFE7879D51}" dt="2025-08-21T16:13:43.886" v="2817" actId="478"/>
          <ac:cxnSpMkLst>
            <pc:docMk/>
            <pc:sldMk cId="373902730" sldId="1170"/>
            <ac:cxnSpMk id="21" creationId="{68127501-014B-9EE1-E2DA-8A3E6859C435}"/>
          </ac:cxnSpMkLst>
        </pc:cxnChg>
        <pc:cxnChg chg="mod">
          <ac:chgData name="Marcel van Oijen" userId="535b5bdf4c23b207" providerId="LiveId" clId="{13A487FE-4893-5F25-A2B5-6BBFE7879D51}" dt="2025-08-21T16:13:43.886" v="2817" actId="478"/>
          <ac:cxnSpMkLst>
            <pc:docMk/>
            <pc:sldMk cId="373902730" sldId="1170"/>
            <ac:cxnSpMk id="23" creationId="{5F9E8799-189A-FBE4-EF29-7AA77E1D1BE3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5" creationId="{7A24C4A0-3D8F-766C-8CE4-C2909A06B423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6" creationId="{2A90145D-6310-B9D2-6BFB-9B97EFCAE651}"/>
          </ac:cxnSpMkLst>
        </pc:cxnChg>
        <pc:cxnChg chg="add mod">
          <ac:chgData name="Marcel van Oijen" userId="535b5bdf4c23b207" providerId="LiveId" clId="{13A487FE-4893-5F25-A2B5-6BBFE7879D51}" dt="2025-08-21T16:21:54.543" v="2952" actId="1037"/>
          <ac:cxnSpMkLst>
            <pc:docMk/>
            <pc:sldMk cId="373902730" sldId="1170"/>
            <ac:cxnSpMk id="37" creationId="{DCE9240E-0847-9EE3-F208-25006DD6DFDD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38" creationId="{EEDD786F-2C1D-803E-EFFF-C4FED7382849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39" creationId="{59CD129C-9020-7494-DD9A-7A4156FBE4BD}"/>
          </ac:cxnSpMkLst>
        </pc:cxnChg>
        <pc:cxnChg chg="add mod">
          <ac:chgData name="Marcel van Oijen" userId="535b5bdf4c23b207" providerId="LiveId" clId="{13A487FE-4893-5F25-A2B5-6BBFE7879D51}" dt="2025-08-21T16:22:05.905" v="3003" actId="1037"/>
          <ac:cxnSpMkLst>
            <pc:docMk/>
            <pc:sldMk cId="373902730" sldId="1170"/>
            <ac:cxnSpMk id="40" creationId="{07412EB7-492D-BE0A-D621-22E2E8ED0F3A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4" creationId="{1AF986BD-810D-4E1D-AA5F-DDEEDF337C0E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5" creationId="{3EF156FC-947C-EE18-2F91-730A2C94418B}"/>
          </ac:cxnSpMkLst>
        </pc:cxnChg>
        <pc:cxnChg chg="add mod">
          <ac:chgData name="Marcel van Oijen" userId="535b5bdf4c23b207" providerId="LiveId" clId="{13A487FE-4893-5F25-A2B5-6BBFE7879D51}" dt="2025-08-21T16:22:16.727" v="3055" actId="1037"/>
          <ac:cxnSpMkLst>
            <pc:docMk/>
            <pc:sldMk cId="373902730" sldId="1170"/>
            <ac:cxnSpMk id="46" creationId="{BE7A51B0-C585-91A8-DDDC-2EB487EA5FC5}"/>
          </ac:cxnSpMkLst>
        </pc:cxnChg>
      </pc:sldChg>
      <pc:sldChg chg="add del">
        <pc:chgData name="Marcel van Oijen" userId="535b5bdf4c23b207" providerId="LiveId" clId="{13A487FE-4893-5F25-A2B5-6BBFE7879D51}" dt="2025-08-25T09:28:55.085" v="3075"/>
        <pc:sldMkLst>
          <pc:docMk/>
          <pc:sldMk cId="1940319884" sldId="1171"/>
        </pc:sldMkLst>
      </pc:sldChg>
      <pc:sldChg chg="addSp delSp modSp add mod ord">
        <pc:chgData name="Marcel van Oijen" userId="535b5bdf4c23b207" providerId="LiveId" clId="{13A487FE-4893-5F25-A2B5-6BBFE7879D51}" dt="2025-09-01T13:14:19.519" v="8364" actId="20577"/>
        <pc:sldMkLst>
          <pc:docMk/>
          <pc:sldMk cId="3037070677" sldId="1171"/>
        </pc:sldMkLst>
        <pc:spChg chg="mod">
          <ac:chgData name="Marcel van Oijen" userId="535b5bdf4c23b207" providerId="LiveId" clId="{13A487FE-4893-5F25-A2B5-6BBFE7879D51}" dt="2025-08-25T10:40:59.830" v="3219" actId="20577"/>
          <ac:spMkLst>
            <pc:docMk/>
            <pc:sldMk cId="3037070677" sldId="1171"/>
            <ac:spMk id="2" creationId="{29F1ECDD-17CE-54BD-0396-6E87BEC8A75C}"/>
          </ac:spMkLst>
        </pc:spChg>
        <pc:spChg chg="add mod">
          <ac:chgData name="Marcel van Oijen" userId="535b5bdf4c23b207" providerId="LiveId" clId="{13A487FE-4893-5F25-A2B5-6BBFE7879D51}" dt="2025-08-25T14:09:47.924" v="3861" actId="1036"/>
          <ac:spMkLst>
            <pc:docMk/>
            <pc:sldMk cId="3037070677" sldId="1171"/>
            <ac:spMk id="9" creationId="{C488DD3C-BAE2-2694-82EA-78198333B0AF}"/>
          </ac:spMkLst>
        </pc:spChg>
        <pc:graphicFrameChg chg="modGraphic">
          <ac:chgData name="Marcel van Oijen" userId="535b5bdf4c23b207" providerId="LiveId" clId="{13A487FE-4893-5F25-A2B5-6BBFE7879D51}" dt="2025-08-25T11:06:16.337" v="3324" actId="20577"/>
          <ac:graphicFrameMkLst>
            <pc:docMk/>
            <pc:sldMk cId="3037070677" sldId="1171"/>
            <ac:graphicFrameMk id="6" creationId="{E1CB546C-6C28-6EF1-3710-DAD5F3DCD330}"/>
          </ac:graphicFrameMkLst>
        </pc:graphicFrameChg>
        <pc:graphicFrameChg chg="mod modGraphic">
          <ac:chgData name="Marcel van Oijen" userId="535b5bdf4c23b207" providerId="LiveId" clId="{13A487FE-4893-5F25-A2B5-6BBFE7879D51}" dt="2025-09-01T13:14:19.519" v="8364" actId="20577"/>
          <ac:graphicFrameMkLst>
            <pc:docMk/>
            <pc:sldMk cId="3037070677" sldId="1171"/>
            <ac:graphicFrameMk id="12" creationId="{360F9079-FE8C-3700-E0C2-B92267E89EBE}"/>
          </ac:graphicFrameMkLst>
        </pc:graphicFrameChg>
        <pc:graphicFrameChg chg="mod modGraphic">
          <ac:chgData name="Marcel van Oijen" userId="535b5bdf4c23b207" providerId="LiveId" clId="{13A487FE-4893-5F25-A2B5-6BBFE7879D51}" dt="2025-08-25T11:14:52.872" v="3363" actId="20577"/>
          <ac:graphicFrameMkLst>
            <pc:docMk/>
            <pc:sldMk cId="3037070677" sldId="1171"/>
            <ac:graphicFrameMk id="13" creationId="{BDF39AE3-BFEA-912E-D2A4-4635A6E34396}"/>
          </ac:graphicFrameMkLst>
        </pc:graphicFrameChg>
      </pc:sldChg>
      <pc:sldChg chg="new del">
        <pc:chgData name="Marcel van Oijen" userId="535b5bdf4c23b207" providerId="LiveId" clId="{13A487FE-4893-5F25-A2B5-6BBFE7879D51}" dt="2025-08-25T09:28:26.566" v="3073" actId="2696"/>
        <pc:sldMkLst>
          <pc:docMk/>
          <pc:sldMk cId="3694586117" sldId="1171"/>
        </pc:sldMkLst>
      </pc:sldChg>
      <pc:sldChg chg="addSp delSp modSp add mod ord">
        <pc:chgData name="Marcel van Oijen" userId="535b5bdf4c23b207" providerId="LiveId" clId="{13A487FE-4893-5F25-A2B5-6BBFE7879D51}" dt="2025-08-25T13:10:22.048" v="3418" actId="1076"/>
        <pc:sldMkLst>
          <pc:docMk/>
          <pc:sldMk cId="2403983925" sldId="1172"/>
        </pc:sldMkLst>
        <pc:spChg chg="mod">
          <ac:chgData name="Marcel van Oijen" userId="535b5bdf4c23b207" providerId="LiveId" clId="{13A487FE-4893-5F25-A2B5-6BBFE7879D51}" dt="2025-08-25T10:17:19.061" v="3140" actId="1037"/>
          <ac:spMkLst>
            <pc:docMk/>
            <pc:sldMk cId="2403983925" sldId="1172"/>
            <ac:spMk id="18450" creationId="{6AC690C7-F794-69AD-5A71-D726C53B142D}"/>
          </ac:spMkLst>
        </pc:spChg>
        <pc:picChg chg="add mod">
          <ac:chgData name="Marcel van Oijen" userId="535b5bdf4c23b207" providerId="LiveId" clId="{13A487FE-4893-5F25-A2B5-6BBFE7879D51}" dt="2025-08-25T09:54:25.967" v="3133" actId="14100"/>
          <ac:picMkLst>
            <pc:docMk/>
            <pc:sldMk cId="2403983925" sldId="1172"/>
            <ac:picMk id="5" creationId="{277A0C22-332A-5D35-5941-282CC9B55B30}"/>
          </ac:picMkLst>
        </pc:picChg>
        <pc:picChg chg="add mod">
          <ac:chgData name="Marcel van Oijen" userId="535b5bdf4c23b207" providerId="LiveId" clId="{13A487FE-4893-5F25-A2B5-6BBFE7879D51}" dt="2025-08-25T13:10:22.048" v="3418" actId="1076"/>
          <ac:picMkLst>
            <pc:docMk/>
            <pc:sldMk cId="2403983925" sldId="1172"/>
            <ac:picMk id="6" creationId="{99FD238D-884F-B3F2-079B-53416C8ACC5A}"/>
          </ac:picMkLst>
        </pc:picChg>
      </pc:sldChg>
      <pc:sldChg chg="delSp modSp add del mod">
        <pc:chgData name="Marcel van Oijen" userId="535b5bdf4c23b207" providerId="LiveId" clId="{13A487FE-4893-5F25-A2B5-6BBFE7879D51}" dt="2025-08-25T10:57:20.190" v="3295" actId="2696"/>
        <pc:sldMkLst>
          <pc:docMk/>
          <pc:sldMk cId="78223821" sldId="1173"/>
        </pc:sldMkLst>
      </pc:sldChg>
      <pc:sldChg chg="delSp add del mod">
        <pc:chgData name="Marcel van Oijen" userId="535b5bdf4c23b207" providerId="LiveId" clId="{13A487FE-4893-5F25-A2B5-6BBFE7879D51}" dt="2025-08-25T11:15:36.116" v="3364" actId="2696"/>
        <pc:sldMkLst>
          <pc:docMk/>
          <pc:sldMk cId="1236863674" sldId="1173"/>
        </pc:sldMkLst>
      </pc:sldChg>
      <pc:sldChg chg="addSp delSp modSp add mod">
        <pc:chgData name="Marcel van Oijen" userId="535b5bdf4c23b207" providerId="LiveId" clId="{13A487FE-4893-5F25-A2B5-6BBFE7879D51}" dt="2025-09-01T16:41:56.427" v="8496" actId="1035"/>
        <pc:sldMkLst>
          <pc:docMk/>
          <pc:sldMk cId="1267257827" sldId="1173"/>
        </pc:sldMkLst>
        <pc:spChg chg="mod">
          <ac:chgData name="Marcel van Oijen" userId="535b5bdf4c23b207" providerId="LiveId" clId="{13A487FE-4893-5F25-A2B5-6BBFE7879D51}" dt="2025-08-25T14:05:43.816" v="3846" actId="20577"/>
          <ac:spMkLst>
            <pc:docMk/>
            <pc:sldMk cId="1267257827" sldId="1173"/>
            <ac:spMk id="2" creationId="{72ED40F0-21F4-B20E-FFDA-B3FD08805303}"/>
          </ac:spMkLst>
        </pc:spChg>
        <pc:spChg chg="add mod">
          <ac:chgData name="Marcel van Oijen" userId="535b5bdf4c23b207" providerId="LiveId" clId="{13A487FE-4893-5F25-A2B5-6BBFE7879D51}" dt="2025-08-25T14:22:56.453" v="4296" actId="1036"/>
          <ac:spMkLst>
            <pc:docMk/>
            <pc:sldMk cId="1267257827" sldId="1173"/>
            <ac:spMk id="25" creationId="{A738F264-4E65-6583-9926-B9D0FE08A24C}"/>
          </ac:spMkLst>
        </pc:spChg>
        <pc:spChg chg="add mod">
          <ac:chgData name="Marcel van Oijen" userId="535b5bdf4c23b207" providerId="LiveId" clId="{13A487FE-4893-5F25-A2B5-6BBFE7879D51}" dt="2025-08-25T14:17:34.901" v="4212" actId="114"/>
          <ac:spMkLst>
            <pc:docMk/>
            <pc:sldMk cId="1267257827" sldId="1173"/>
            <ac:spMk id="26" creationId="{09F24454-B898-9598-D124-9316FEE57976}"/>
          </ac:spMkLst>
        </pc:spChg>
        <pc:spChg chg="add mod">
          <ac:chgData name="Marcel van Oijen" userId="535b5bdf4c23b207" providerId="LiveId" clId="{13A487FE-4893-5F25-A2B5-6BBFE7879D51}" dt="2025-08-25T15:18:14.911" v="4830" actId="20577"/>
          <ac:spMkLst>
            <pc:docMk/>
            <pc:sldMk cId="1267257827" sldId="1173"/>
            <ac:spMk id="27" creationId="{EA65223B-F096-0C53-5106-99522163250C}"/>
          </ac:spMkLst>
        </pc:spChg>
        <pc:spChg chg="add mod">
          <ac:chgData name="Marcel van Oijen" userId="535b5bdf4c23b207" providerId="LiveId" clId="{13A487FE-4893-5F25-A2B5-6BBFE7879D51}" dt="2025-08-25T14:50:38.678" v="4634" actId="20577"/>
          <ac:spMkLst>
            <pc:docMk/>
            <pc:sldMk cId="1267257827" sldId="1173"/>
            <ac:spMk id="28" creationId="{EACD2B55-2AF3-D271-48A3-C30EF840BDFC}"/>
          </ac:spMkLst>
        </pc:spChg>
        <pc:picChg chg="add mod">
          <ac:chgData name="Marcel van Oijen" userId="535b5bdf4c23b207" providerId="LiveId" clId="{13A487FE-4893-5F25-A2B5-6BBFE7879D51}" dt="2025-08-25T14:35:00.906" v="4473" actId="1035"/>
          <ac:picMkLst>
            <pc:docMk/>
            <pc:sldMk cId="1267257827" sldId="1173"/>
            <ac:picMk id="4" creationId="{FFDF3D1A-A5B3-77FD-D0F0-1BD00616F3A9}"/>
          </ac:picMkLst>
        </pc:picChg>
        <pc:picChg chg="add mod">
          <ac:chgData name="Marcel van Oijen" userId="535b5bdf4c23b207" providerId="LiveId" clId="{13A487FE-4893-5F25-A2B5-6BBFE7879D51}" dt="2025-08-25T14:04:02.959" v="3782" actId="1035"/>
          <ac:picMkLst>
            <pc:docMk/>
            <pc:sldMk cId="1267257827" sldId="1173"/>
            <ac:picMk id="5" creationId="{C75C8BD5-0491-940B-D3A0-B00594AC1477}"/>
          </ac:picMkLst>
        </pc:picChg>
        <pc:picChg chg="add mod">
          <ac:chgData name="Marcel van Oijen" userId="535b5bdf4c23b207" providerId="LiveId" clId="{13A487FE-4893-5F25-A2B5-6BBFE7879D51}" dt="2025-08-25T14:03:47.535" v="3724" actId="1036"/>
          <ac:picMkLst>
            <pc:docMk/>
            <pc:sldMk cId="1267257827" sldId="1173"/>
            <ac:picMk id="10" creationId="{3F51D5DE-750D-FDA8-2B76-5916FD9E030A}"/>
          </ac:picMkLst>
        </pc:picChg>
        <pc:picChg chg="add mod">
          <ac:chgData name="Marcel van Oijen" userId="535b5bdf4c23b207" providerId="LiveId" clId="{13A487FE-4893-5F25-A2B5-6BBFE7879D51}" dt="2025-09-01T16:41:56.427" v="8496" actId="1035"/>
          <ac:picMkLst>
            <pc:docMk/>
            <pc:sldMk cId="1267257827" sldId="1173"/>
            <ac:picMk id="21" creationId="{3B0D16C2-0B41-99E1-35F8-0870258C98C1}"/>
          </ac:picMkLst>
        </pc:picChg>
        <pc:picChg chg="add mod">
          <ac:chgData name="Marcel van Oijen" userId="535b5bdf4c23b207" providerId="LiveId" clId="{13A487FE-4893-5F25-A2B5-6BBFE7879D51}" dt="2025-08-25T14:50:56.917" v="4635" actId="14100"/>
          <ac:picMkLst>
            <pc:docMk/>
            <pc:sldMk cId="1267257827" sldId="1173"/>
            <ac:picMk id="22" creationId="{F96DDDD5-1110-F8AB-E3FA-A5FCE95C4600}"/>
          </ac:picMkLst>
        </pc:picChg>
      </pc:sldChg>
      <pc:sldChg chg="add del">
        <pc:chgData name="Marcel van Oijen" userId="535b5bdf4c23b207" providerId="LiveId" clId="{13A487FE-4893-5F25-A2B5-6BBFE7879D51}" dt="2025-08-25T10:59:32.406" v="3309" actId="2696"/>
        <pc:sldMkLst>
          <pc:docMk/>
          <pc:sldMk cId="1930246816" sldId="1173"/>
        </pc:sldMkLst>
      </pc:sldChg>
      <pc:sldChg chg="addSp delSp modSp add mod">
        <pc:chgData name="Marcel van Oijen" userId="535b5bdf4c23b207" providerId="LiveId" clId="{13A487FE-4893-5F25-A2B5-6BBFE7879D51}" dt="2025-08-25T14:45:51.204" v="4628" actId="14100"/>
        <pc:sldMkLst>
          <pc:docMk/>
          <pc:sldMk cId="1455485834" sldId="1174"/>
        </pc:sldMkLst>
        <pc:spChg chg="mod">
          <ac:chgData name="Marcel van Oijen" userId="535b5bdf4c23b207" providerId="LiveId" clId="{13A487FE-4893-5F25-A2B5-6BBFE7879D51}" dt="2025-08-25T14:39:07.244" v="4512" actId="20577"/>
          <ac:spMkLst>
            <pc:docMk/>
            <pc:sldMk cId="1455485834" sldId="1174"/>
            <ac:spMk id="2" creationId="{77F34032-1B25-74EA-3273-6366773E4BEB}"/>
          </ac:spMkLst>
        </pc:spChg>
        <pc:spChg chg="add mod">
          <ac:chgData name="Marcel van Oijen" userId="535b5bdf4c23b207" providerId="LiveId" clId="{13A487FE-4893-5F25-A2B5-6BBFE7879D51}" dt="2025-08-25T14:32:52.555" v="4458" actId="20577"/>
          <ac:spMkLst>
            <pc:docMk/>
            <pc:sldMk cId="1455485834" sldId="1174"/>
            <ac:spMk id="12" creationId="{4E0E0CA1-0342-1D6F-1E56-3C742E913B4B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4" creationId="{BAEE650F-602E-09C3-8EF1-224225DF1651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5" creationId="{EEEB8773-E0B7-7CF6-EE34-F22980EE968B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8" creationId="{101C6FD4-C242-7F3D-8E67-8C4FC75F9BBE}"/>
          </ac:spMkLst>
        </pc:spChg>
        <pc:spChg chg="mod">
          <ac:chgData name="Marcel van Oijen" userId="535b5bdf4c23b207" providerId="LiveId" clId="{13A487FE-4893-5F25-A2B5-6BBFE7879D51}" dt="2025-08-25T14:34:23.317" v="4471" actId="1036"/>
          <ac:spMkLst>
            <pc:docMk/>
            <pc:sldMk cId="1455485834" sldId="1174"/>
            <ac:spMk id="19" creationId="{2B881579-F8A3-2882-F8F4-E252BA6DD21E}"/>
          </ac:spMkLst>
        </pc:spChg>
        <pc:spChg chg="add mod">
          <ac:chgData name="Marcel van Oijen" userId="535b5bdf4c23b207" providerId="LiveId" clId="{13A487FE-4893-5F25-A2B5-6BBFE7879D51}" dt="2025-08-25T14:43:00.954" v="4588" actId="14100"/>
          <ac:spMkLst>
            <pc:docMk/>
            <pc:sldMk cId="1455485834" sldId="1174"/>
            <ac:spMk id="29" creationId="{F107C5FD-AA50-78E2-F76B-D231BE956ADB}"/>
          </ac:spMkLst>
        </pc:spChg>
        <pc:spChg chg="add mod">
          <ac:chgData name="Marcel van Oijen" userId="535b5bdf4c23b207" providerId="LiveId" clId="{13A487FE-4893-5F25-A2B5-6BBFE7879D51}" dt="2025-08-25T14:45:30.328" v="4621" actId="14100"/>
          <ac:spMkLst>
            <pc:docMk/>
            <pc:sldMk cId="1455485834" sldId="1174"/>
            <ac:spMk id="31" creationId="{8630966A-BEEA-EE8B-EECF-C76419063452}"/>
          </ac:spMkLst>
        </pc:spChg>
        <pc:spChg chg="add mod">
          <ac:chgData name="Marcel van Oijen" userId="535b5bdf4c23b207" providerId="LiveId" clId="{13A487FE-4893-5F25-A2B5-6BBFE7879D51}" dt="2025-08-25T14:45:44.163" v="4625" actId="1076"/>
          <ac:spMkLst>
            <pc:docMk/>
            <pc:sldMk cId="1455485834" sldId="1174"/>
            <ac:spMk id="32" creationId="{F8D66261-FB1C-2515-9575-98B5786261B1}"/>
          </ac:spMkLst>
        </pc:spChg>
        <pc:spChg chg="add mod">
          <ac:chgData name="Marcel van Oijen" userId="535b5bdf4c23b207" providerId="LiveId" clId="{13A487FE-4893-5F25-A2B5-6BBFE7879D51}" dt="2025-08-25T14:45:51.204" v="4628" actId="14100"/>
          <ac:spMkLst>
            <pc:docMk/>
            <pc:sldMk cId="1455485834" sldId="1174"/>
            <ac:spMk id="33" creationId="{D665BF8E-D209-F4B6-A102-235AFCF7FF32}"/>
          </ac:spMkLst>
        </pc:spChg>
        <pc:grpChg chg="add mod">
          <ac:chgData name="Marcel van Oijen" userId="535b5bdf4c23b207" providerId="LiveId" clId="{13A487FE-4893-5F25-A2B5-6BBFE7879D51}" dt="2025-08-25T14:32:41.757" v="4456" actId="1036"/>
          <ac:grpSpMkLst>
            <pc:docMk/>
            <pc:sldMk cId="1455485834" sldId="1174"/>
            <ac:grpSpMk id="24" creationId="{C1796564-3206-EED4-C3BF-A9C1D163683D}"/>
          </ac:grpSpMkLst>
        </pc:grpChg>
        <pc:graphicFrameChg chg="mod">
          <ac:chgData name="Marcel van Oijen" userId="535b5bdf4c23b207" providerId="LiveId" clId="{13A487FE-4893-5F25-A2B5-6BBFE7879D51}" dt="2025-08-25T14:34:23.317" v="4471" actId="1036"/>
          <ac:graphicFrameMkLst>
            <pc:docMk/>
            <pc:sldMk cId="1455485834" sldId="1174"/>
            <ac:graphicFrameMk id="8" creationId="{34C45C5F-ABAB-1C5C-E94F-9053801EA81A}"/>
          </ac:graphicFrameMkLst>
        </pc:graphicFrameChg>
        <pc:graphicFrameChg chg="mod">
          <ac:chgData name="Marcel van Oijen" userId="535b5bdf4c23b207" providerId="LiveId" clId="{13A487FE-4893-5F25-A2B5-6BBFE7879D51}" dt="2025-08-25T14:34:23.317" v="4471" actId="1036"/>
          <ac:graphicFrameMkLst>
            <pc:docMk/>
            <pc:sldMk cId="1455485834" sldId="1174"/>
            <ac:graphicFrameMk id="13" creationId="{41A01AC0-E80A-31C7-69C7-7CAE08986D05}"/>
          </ac:graphicFrameMkLst>
        </pc:graphicFrameChg>
        <pc:picChg chg="add mod">
          <ac:chgData name="Marcel van Oijen" userId="535b5bdf4c23b207" providerId="LiveId" clId="{13A487FE-4893-5F25-A2B5-6BBFE7879D51}" dt="2025-08-25T14:30:15.010" v="4444" actId="1076"/>
          <ac:picMkLst>
            <pc:docMk/>
            <pc:sldMk cId="1455485834" sldId="1174"/>
            <ac:picMk id="6" creationId="{31B14ADB-4AF9-07A2-819B-CC915AFF53B1}"/>
          </ac:picMkLst>
        </pc:picChg>
        <pc:picChg chg="mod">
          <ac:chgData name="Marcel van Oijen" userId="535b5bdf4c23b207" providerId="LiveId" clId="{13A487FE-4893-5F25-A2B5-6BBFE7879D51}" dt="2025-08-25T14:30:28.697" v="4447" actId="14100"/>
          <ac:picMkLst>
            <pc:docMk/>
            <pc:sldMk cId="1455485834" sldId="1174"/>
            <ac:picMk id="10" creationId="{FC68580B-4836-BE2D-F4E8-9EF1066D6BD2}"/>
          </ac:picMkLst>
        </pc:picChg>
        <pc:picChg chg="add mod">
          <ac:chgData name="Marcel van Oijen" userId="535b5bdf4c23b207" providerId="LiveId" clId="{13A487FE-4893-5F25-A2B5-6BBFE7879D51}" dt="2025-08-25T14:30:18.431" v="4445" actId="1076"/>
          <ac:picMkLst>
            <pc:docMk/>
            <pc:sldMk cId="1455485834" sldId="1174"/>
            <ac:picMk id="17" creationId="{A174D8AA-CE74-4E7F-AD40-593DFE2AF5B7}"/>
          </ac:picMkLst>
        </pc:picChg>
        <pc:picChg chg="add mod">
          <ac:chgData name="Marcel van Oijen" userId="535b5bdf4c23b207" providerId="LiveId" clId="{13A487FE-4893-5F25-A2B5-6BBFE7879D51}" dt="2025-08-25T14:35:24.831" v="4478" actId="14100"/>
          <ac:picMkLst>
            <pc:docMk/>
            <pc:sldMk cId="1455485834" sldId="1174"/>
            <ac:picMk id="25" creationId="{F08BBF38-4F10-7A25-974B-92A6540F17B8}"/>
          </ac:picMkLst>
        </pc:picChg>
        <pc:picChg chg="add mod">
          <ac:chgData name="Marcel van Oijen" userId="535b5bdf4c23b207" providerId="LiveId" clId="{13A487FE-4893-5F25-A2B5-6BBFE7879D51}" dt="2025-08-25T14:37:49.322" v="4481" actId="1076"/>
          <ac:picMkLst>
            <pc:docMk/>
            <pc:sldMk cId="1455485834" sldId="1174"/>
            <ac:picMk id="26" creationId="{2DFAEE52-329A-F765-9380-D178820B15DA}"/>
          </ac:picMkLst>
        </pc:pic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3" creationId="{329FAC1B-F02A-4F7C-FD1E-C24002F5D321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7" creationId="{4151C99E-5128-2193-C45A-9E871EDD3964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11" creationId="{A1E9FFCD-7B56-F305-43AB-275D98B2498B}"/>
          </ac:cxnSpMkLst>
        </pc:cxnChg>
        <pc:cxnChg chg="mod">
          <ac:chgData name="Marcel van Oijen" userId="535b5bdf4c23b207" providerId="LiveId" clId="{13A487FE-4893-5F25-A2B5-6BBFE7879D51}" dt="2025-08-25T14:34:23.317" v="4471" actId="1036"/>
          <ac:cxnSpMkLst>
            <pc:docMk/>
            <pc:sldMk cId="1455485834" sldId="1174"/>
            <ac:cxnSpMk id="16" creationId="{D3A86B88-C3C7-007F-B637-B865CF35D249}"/>
          </ac:cxnSpMkLst>
        </pc:cxnChg>
        <pc:cxnChg chg="add mod">
          <ac:chgData name="Marcel van Oijen" userId="535b5bdf4c23b207" providerId="LiveId" clId="{13A487FE-4893-5F25-A2B5-6BBFE7879D51}" dt="2025-08-25T14:32:26.913" v="4452" actId="13822"/>
          <ac:cxnSpMkLst>
            <pc:docMk/>
            <pc:sldMk cId="1455485834" sldId="1174"/>
            <ac:cxnSpMk id="23" creationId="{58053D59-1D0D-70BC-A38B-9B40C502581B}"/>
          </ac:cxnSpMkLst>
        </pc:cxnChg>
      </pc:sldChg>
      <pc:sldChg chg="addSp delSp modSp add mod">
        <pc:chgData name="Marcel van Oijen" userId="535b5bdf4c23b207" providerId="LiveId" clId="{13A487FE-4893-5F25-A2B5-6BBFE7879D51}" dt="2025-08-26T11:13:18.289" v="6560" actId="1035"/>
        <pc:sldMkLst>
          <pc:docMk/>
          <pc:sldMk cId="3722106604" sldId="1175"/>
        </pc:sldMkLst>
        <pc:spChg chg="mod">
          <ac:chgData name="Marcel van Oijen" userId="535b5bdf4c23b207" providerId="LiveId" clId="{13A487FE-4893-5F25-A2B5-6BBFE7879D51}" dt="2025-08-25T14:59:04.980" v="4775" actId="255"/>
          <ac:spMkLst>
            <pc:docMk/>
            <pc:sldMk cId="3722106604" sldId="1175"/>
            <ac:spMk id="2" creationId="{17D599C3-2690-F58C-C1F9-F9EA02B1DB83}"/>
          </ac:spMkLst>
        </pc:spChg>
        <pc:spChg chg="add del mod">
          <ac:chgData name="Marcel van Oijen" userId="535b5bdf4c23b207" providerId="LiveId" clId="{13A487FE-4893-5F25-A2B5-6BBFE7879D51}" dt="2025-08-25T15:01:14.714" v="4798" actId="1076"/>
          <ac:spMkLst>
            <pc:docMk/>
            <pc:sldMk cId="3722106604" sldId="1175"/>
            <ac:spMk id="4" creationId="{1EB48633-C600-C12B-54F6-91107E77A0B9}"/>
          </ac:spMkLst>
        </pc:spChg>
        <pc:picChg chg="add mod">
          <ac:chgData name="Marcel van Oijen" userId="535b5bdf4c23b207" providerId="LiveId" clId="{13A487FE-4893-5F25-A2B5-6BBFE7879D51}" dt="2025-08-25T15:00:58.956" v="4795" actId="14100"/>
          <ac:picMkLst>
            <pc:docMk/>
            <pc:sldMk cId="3722106604" sldId="1175"/>
            <ac:picMk id="5" creationId="{C9670E2D-3A25-636F-5DC7-5776C2604A2F}"/>
          </ac:picMkLst>
        </pc:picChg>
        <pc:picChg chg="mod">
          <ac:chgData name="Marcel van Oijen" userId="535b5bdf4c23b207" providerId="LiveId" clId="{13A487FE-4893-5F25-A2B5-6BBFE7879D51}" dt="2025-08-25T14:57:32.441" v="4773" actId="1076"/>
          <ac:picMkLst>
            <pc:docMk/>
            <pc:sldMk cId="3722106604" sldId="1175"/>
            <ac:picMk id="6" creationId="{033986B1-AC18-1591-9C4F-1FC80AC7130F}"/>
          </ac:picMkLst>
        </pc:picChg>
        <pc:picChg chg="add mod">
          <ac:chgData name="Marcel van Oijen" userId="535b5bdf4c23b207" providerId="LiveId" clId="{13A487FE-4893-5F25-A2B5-6BBFE7879D51}" dt="2025-08-25T15:03:14.964" v="4805" actId="1037"/>
          <ac:picMkLst>
            <pc:docMk/>
            <pc:sldMk cId="3722106604" sldId="1175"/>
            <ac:picMk id="9" creationId="{5CB07402-B304-519D-98A1-8866331E9CDA}"/>
          </ac:picMkLst>
        </pc:picChg>
        <pc:picChg chg="add mod">
          <ac:chgData name="Marcel van Oijen" userId="535b5bdf4c23b207" providerId="LiveId" clId="{13A487FE-4893-5F25-A2B5-6BBFE7879D51}" dt="2025-08-25T15:04:12.712" v="4808" actId="14100"/>
          <ac:picMkLst>
            <pc:docMk/>
            <pc:sldMk cId="3722106604" sldId="1175"/>
            <ac:picMk id="20" creationId="{A54737AB-CD26-9416-7CCB-E15116221E9B}"/>
          </ac:picMkLst>
        </pc:picChg>
        <pc:picChg chg="add mod">
          <ac:chgData name="Marcel van Oijen" userId="535b5bdf4c23b207" providerId="LiveId" clId="{13A487FE-4893-5F25-A2B5-6BBFE7879D51}" dt="2025-08-26T11:13:18.289" v="6560" actId="1035"/>
          <ac:picMkLst>
            <pc:docMk/>
            <pc:sldMk cId="3722106604" sldId="1175"/>
            <ac:picMk id="21" creationId="{F3EDA661-6E76-CA07-4902-0C1323603073}"/>
          </ac:picMkLst>
        </pc:picChg>
      </pc:sldChg>
      <pc:sldChg chg="addSp modSp new mod">
        <pc:chgData name="Marcel van Oijen" userId="535b5bdf4c23b207" providerId="LiveId" clId="{13A487FE-4893-5F25-A2B5-6BBFE7879D51}" dt="2025-08-25T16:21:11.160" v="6559" actId="20577"/>
        <pc:sldMkLst>
          <pc:docMk/>
          <pc:sldMk cId="686669817" sldId="1176"/>
        </pc:sldMkLst>
        <pc:spChg chg="mod">
          <ac:chgData name="Marcel van Oijen" userId="535b5bdf4c23b207" providerId="LiveId" clId="{13A487FE-4893-5F25-A2B5-6BBFE7879D51}" dt="2025-08-25T15:29:16.577" v="4861" actId="20577"/>
          <ac:spMkLst>
            <pc:docMk/>
            <pc:sldMk cId="686669817" sldId="1176"/>
            <ac:spMk id="2" creationId="{3AB1643D-30EC-C011-9A62-43AAEE72E54D}"/>
          </ac:spMkLst>
        </pc:spChg>
        <pc:spChg chg="add mod">
          <ac:chgData name="Marcel van Oijen" userId="535b5bdf4c23b207" providerId="LiveId" clId="{13A487FE-4893-5F25-A2B5-6BBFE7879D51}" dt="2025-08-25T16:21:11.160" v="6559" actId="20577"/>
          <ac:spMkLst>
            <pc:docMk/>
            <pc:sldMk cId="686669817" sldId="1176"/>
            <ac:spMk id="3" creationId="{E0C05983-B40F-F87A-24B8-2F003A06D433}"/>
          </ac:spMkLst>
        </pc:spChg>
      </pc:sldChg>
      <pc:sldChg chg="addSp delSp modSp add mod modAnim">
        <pc:chgData name="Marcel van Oijen" userId="535b5bdf4c23b207" providerId="LiveId" clId="{13A487FE-4893-5F25-A2B5-6BBFE7879D51}" dt="2025-08-26T16:28:38.293" v="8269" actId="1036"/>
        <pc:sldMkLst>
          <pc:docMk/>
          <pc:sldMk cId="4195549950" sldId="1177"/>
        </pc:sldMkLst>
        <pc:spChg chg="mod">
          <ac:chgData name="Marcel van Oijen" userId="535b5bdf4c23b207" providerId="LiveId" clId="{13A487FE-4893-5F25-A2B5-6BBFE7879D51}" dt="2025-08-26T15:21:44.979" v="7151"/>
          <ac:spMkLst>
            <pc:docMk/>
            <pc:sldMk cId="4195549950" sldId="1177"/>
            <ac:spMk id="2" creationId="{A76CEF11-77D7-81B8-9B65-C0279FDF25A1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4" creationId="{E7C3D418-333F-77CA-FBFF-995C49646434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5" creationId="{529E78CB-E32D-8CE8-FED7-19E53D76BD08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6" creationId="{04BDFA9E-803F-158D-E37A-513D161CF30D}"/>
          </ac:spMkLst>
        </pc:spChg>
        <pc:spChg chg="add mod">
          <ac:chgData name="Marcel van Oijen" userId="535b5bdf4c23b207" providerId="LiveId" clId="{13A487FE-4893-5F25-A2B5-6BBFE7879D51}" dt="2025-08-26T15:49:33.385" v="7804" actId="1037"/>
          <ac:spMkLst>
            <pc:docMk/>
            <pc:sldMk cId="4195549950" sldId="1177"/>
            <ac:spMk id="8" creationId="{A0A75AD0-CB4B-4EE2-D0A4-523A724CA76F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12" creationId="{BC838DC2-BF67-CC84-A00B-713B80E2858A}"/>
          </ac:spMkLst>
        </pc:spChg>
        <pc:spChg chg="add mod">
          <ac:chgData name="Marcel van Oijen" userId="535b5bdf4c23b207" providerId="LiveId" clId="{13A487FE-4893-5F25-A2B5-6BBFE7879D51}" dt="2025-08-26T15:49:50.375" v="7806" actId="1037"/>
          <ac:spMkLst>
            <pc:docMk/>
            <pc:sldMk cId="4195549950" sldId="1177"/>
            <ac:spMk id="13" creationId="{20F18BE0-B2FA-A919-D674-058477B95A6A}"/>
          </ac:spMkLst>
        </pc:spChg>
        <pc:spChg chg="add mod">
          <ac:chgData name="Marcel van Oijen" userId="535b5bdf4c23b207" providerId="LiveId" clId="{13A487FE-4893-5F25-A2B5-6BBFE7879D51}" dt="2025-08-26T15:34:56.987" v="7651" actId="1076"/>
          <ac:spMkLst>
            <pc:docMk/>
            <pc:sldMk cId="4195549950" sldId="1177"/>
            <ac:spMk id="27" creationId="{62035DBB-0FFB-2A22-57AA-392A6C951418}"/>
          </ac:spMkLst>
        </pc:spChg>
        <pc:spChg chg="add mod">
          <ac:chgData name="Marcel van Oijen" userId="535b5bdf4c23b207" providerId="LiveId" clId="{13A487FE-4893-5F25-A2B5-6BBFE7879D51}" dt="2025-08-26T15:35:47.202" v="7661" actId="20577"/>
          <ac:spMkLst>
            <pc:docMk/>
            <pc:sldMk cId="4195549950" sldId="1177"/>
            <ac:spMk id="29" creationId="{06249044-20A6-5591-A9A5-08E264D21A74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1" creationId="{0116B973-5BED-867F-708F-2A6970AB56E6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2" creationId="{3E0BD260-833E-549D-93F6-384FBA215D8F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4" creationId="{C7921B5A-DA92-D54D-EB06-AF28E45768B8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5" creationId="{CA052BB0-2704-EF70-DC3F-12A0A534837C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59" creationId="{3563F97E-AA7F-3D18-DBB7-C367658D7407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60" creationId="{2C974836-CAA6-32B8-E49C-A310977B38DA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63" creationId="{A43DD4C3-272C-3E37-1FFD-4839B5DF56DD}"/>
          </ac:spMkLst>
        </pc:spChg>
        <pc:spChg chg="mod">
          <ac:chgData name="Marcel van Oijen" userId="535b5bdf4c23b207" providerId="LiveId" clId="{13A487FE-4893-5F25-A2B5-6BBFE7879D51}" dt="2025-08-26T16:28:38.293" v="8269" actId="1036"/>
          <ac:spMkLst>
            <pc:docMk/>
            <pc:sldMk cId="4195549950" sldId="1177"/>
            <ac:spMk id="18432" creationId="{8D564821-7A8F-3152-4BCB-EA74AC67F8B4}"/>
          </ac:spMkLst>
        </pc:spChg>
        <pc:grpChg chg="add">
          <ac:chgData name="Marcel van Oijen" userId="535b5bdf4c23b207" providerId="LiveId" clId="{13A487FE-4893-5F25-A2B5-6BBFE7879D51}" dt="2025-08-26T16:21:08.295" v="8102" actId="164"/>
          <ac:grpSpMkLst>
            <pc:docMk/>
            <pc:sldMk cId="4195549950" sldId="1177"/>
            <ac:grpSpMk id="30" creationId="{2E3717D0-E76C-3D7C-5F95-09DDDCE2FE17}"/>
          </ac:grpSpMkLst>
        </pc:grpChg>
        <pc:grpChg chg="add mod">
          <ac:chgData name="Marcel van Oijen" userId="535b5bdf4c23b207" providerId="LiveId" clId="{13A487FE-4893-5F25-A2B5-6BBFE7879D51}" dt="2025-08-26T16:28:38.293" v="8269" actId="1036"/>
          <ac:grpSpMkLst>
            <pc:docMk/>
            <pc:sldMk cId="4195549950" sldId="1177"/>
            <ac:grpSpMk id="31" creationId="{43F2B22A-3908-2D60-E170-01FEC809433C}"/>
          </ac:grpSpMkLst>
        </pc:grpChg>
        <pc:grpChg chg="add mod">
          <ac:chgData name="Marcel van Oijen" userId="535b5bdf4c23b207" providerId="LiveId" clId="{13A487FE-4893-5F25-A2B5-6BBFE7879D51}" dt="2025-08-26T16:28:38.293" v="8269" actId="1036"/>
          <ac:grpSpMkLst>
            <pc:docMk/>
            <pc:sldMk cId="4195549950" sldId="1177"/>
            <ac:grpSpMk id="33" creationId="{7FDAFB70-6BC2-728B-1E23-2126F6F29013}"/>
          </ac:grpSpMkLst>
        </pc:grp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3" creationId="{AB53EAE1-154E-E7E1-CE6F-41380D82B599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6" creationId="{BE69019B-6BBE-D500-4636-F763918C2EB3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57" creationId="{E0C581DD-ACAA-9B6B-ECD7-EA8CB9E10A9F}"/>
          </ac:cxnSpMkLst>
        </pc:cxnChg>
        <pc:cxnChg chg="mod">
          <ac:chgData name="Marcel van Oijen" userId="535b5bdf4c23b207" providerId="LiveId" clId="{13A487FE-4893-5F25-A2B5-6BBFE7879D51}" dt="2025-08-26T15:28:27.948" v="7338" actId="1038"/>
          <ac:cxnSpMkLst>
            <pc:docMk/>
            <pc:sldMk cId="4195549950" sldId="1177"/>
            <ac:cxnSpMk id="58" creationId="{72B49B61-722D-C303-01F8-D5880F761E84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61" creationId="{60B4AFBF-73B0-E5B1-5FDE-EAFE37D67BE7}"/>
          </ac:cxnSpMkLst>
        </pc:cxnChg>
        <pc:cxnChg chg="mod">
          <ac:chgData name="Marcel van Oijen" userId="535b5bdf4c23b207" providerId="LiveId" clId="{13A487FE-4893-5F25-A2B5-6BBFE7879D51}" dt="2025-08-26T15:30:15.404" v="7422" actId="1038"/>
          <ac:cxnSpMkLst>
            <pc:docMk/>
            <pc:sldMk cId="4195549950" sldId="1177"/>
            <ac:cxnSpMk id="62" creationId="{55C12778-AE0F-BAC6-E441-36979C0DE7AB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18433" creationId="{8DB78AEE-FB50-2FFA-A528-B3141F781C29}"/>
          </ac:cxnSpMkLst>
        </pc:cxnChg>
        <pc:cxnChg chg="mod">
          <ac:chgData name="Marcel van Oijen" userId="535b5bdf4c23b207" providerId="LiveId" clId="{13A487FE-4893-5F25-A2B5-6BBFE7879D51}" dt="2025-08-26T15:32:47.601" v="7567" actId="1038"/>
          <ac:cxnSpMkLst>
            <pc:docMk/>
            <pc:sldMk cId="4195549950" sldId="1177"/>
            <ac:cxnSpMk id="18437" creationId="{6D590F74-3307-2757-6520-B6AB10685E6D}"/>
          </ac:cxnSpMkLst>
        </pc:cxnChg>
      </pc:sldChg>
      <pc:sldChg chg="addSp delSp modSp add mod delAnim modAnim">
        <pc:chgData name="Marcel van Oijen" userId="535b5bdf4c23b207" providerId="LiveId" clId="{13A487FE-4893-5F25-A2B5-6BBFE7879D51}" dt="2025-08-26T16:31:09.969" v="8273"/>
        <pc:sldMkLst>
          <pc:docMk/>
          <pc:sldMk cId="1456993940" sldId="1178"/>
        </pc:sldMkLst>
        <pc:spChg chg="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2" creationId="{B59AE20A-8E77-B1F4-1CCA-D0BAB1291CF9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3" creationId="{9AD43686-F89C-0A16-8CFF-03335675FA51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7" creationId="{20F9C961-C5BB-63CD-2B1D-D15DCBB268E4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9" creationId="{C417BAB8-AFBD-1BEC-5826-0A4CDE5F8CEF}"/>
          </ac:spMkLst>
        </pc:spChg>
        <pc:spChg chg="add mod">
          <ac:chgData name="Marcel van Oijen" userId="535b5bdf4c23b207" providerId="LiveId" clId="{13A487FE-4893-5F25-A2B5-6BBFE7879D51}" dt="2025-08-26T15:48:25.642" v="7736" actId="1076"/>
          <ac:spMkLst>
            <pc:docMk/>
            <pc:sldMk cId="1456993940" sldId="1178"/>
            <ac:spMk id="10" creationId="{9F6EF9A4-8F7B-BC21-B6BC-0AA407F6B815}"/>
          </ac:spMkLst>
        </pc:spChg>
        <pc:spChg chg="add mod">
          <ac:chgData name="Marcel van Oijen" userId="535b5bdf4c23b207" providerId="LiveId" clId="{13A487FE-4893-5F25-A2B5-6BBFE7879D51}" dt="2025-08-26T15:57:38.572" v="7936" actId="1037"/>
          <ac:spMkLst>
            <pc:docMk/>
            <pc:sldMk cId="1456993940" sldId="1178"/>
            <ac:spMk id="11" creationId="{5CBFD4BA-4B5E-D5BB-E087-8DFC3490EA90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15" creationId="{EE578BF7-538E-5591-6886-1FB976174C62}"/>
          </ac:spMkLst>
        </pc:spChg>
        <pc:spChg chg="mod">
          <ac:chgData name="Marcel van Oijen" userId="535b5bdf4c23b207" providerId="LiveId" clId="{13A487FE-4893-5F25-A2B5-6BBFE7879D51}" dt="2025-08-26T16:01:58.915" v="7963" actId="20577"/>
          <ac:spMkLst>
            <pc:docMk/>
            <pc:sldMk cId="1456993940" sldId="1178"/>
            <ac:spMk id="16" creationId="{FF891EB1-DB38-79BE-DE56-FA73D98477AA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18" creationId="{7521EE32-1731-B78A-B4A8-B8781A85BB05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1" creationId="{A3D34A36-4EF2-3F1B-0A57-3F48AED5DAA7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2" creationId="{01B845DA-F310-750A-D60A-8BF61AB9218E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3" creationId="{48B79CF5-523E-B63B-F71C-A808449280C4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4" creationId="{E0018348-F2F5-1320-72DE-2E84F245534C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5" creationId="{09E14B6A-316D-8865-477C-A9A81046F9A7}"/>
          </ac:spMkLst>
        </pc:spChg>
        <pc:spChg chg="mod">
          <ac:chgData name="Marcel van Oijen" userId="535b5bdf4c23b207" providerId="LiveId" clId="{13A487FE-4893-5F25-A2B5-6BBFE7879D51}" dt="2025-08-26T15:48:57.067" v="7737"/>
          <ac:spMkLst>
            <pc:docMk/>
            <pc:sldMk cId="1456993940" sldId="1178"/>
            <ac:spMk id="26" creationId="{D61C158D-693B-1103-5E69-0B9AA0EB1B58}"/>
          </ac:spMkLst>
        </pc:spChg>
        <pc:spChg chg="add mod">
          <ac:chgData name="Marcel van Oijen" userId="535b5bdf4c23b207" providerId="LiveId" clId="{13A487FE-4893-5F25-A2B5-6BBFE7879D51}" dt="2025-08-26T15:57:50.358" v="7940" actId="1076"/>
          <ac:spMkLst>
            <pc:docMk/>
            <pc:sldMk cId="1456993940" sldId="1178"/>
            <ac:spMk id="33" creationId="{06B49F86-9681-CBA2-2CCF-F76D9486E94F}"/>
          </ac:spMkLst>
        </pc:spChg>
        <pc:spChg chg="add mod">
          <ac:chgData name="Marcel van Oijen" userId="535b5bdf4c23b207" providerId="LiveId" clId="{13A487FE-4893-5F25-A2B5-6BBFE7879D51}" dt="2025-08-26T15:58:07.686" v="7961" actId="1036"/>
          <ac:spMkLst>
            <pc:docMk/>
            <pc:sldMk cId="1456993940" sldId="1178"/>
            <ac:spMk id="34" creationId="{9C1A28D5-3E16-B939-3839-AB0216D2D770}"/>
          </ac:spMkLst>
        </pc:spChg>
        <pc:spChg chg="add mod">
          <ac:chgData name="Marcel van Oijen" userId="535b5bdf4c23b207" providerId="LiveId" clId="{13A487FE-4893-5F25-A2B5-6BBFE7879D51}" dt="2025-08-26T16:28:04.215" v="8255" actId="1035"/>
          <ac:spMkLst>
            <pc:docMk/>
            <pc:sldMk cId="1456993940" sldId="1178"/>
            <ac:spMk id="36" creationId="{E876B2E4-92D3-7D3F-07CE-4FCF587CB685}"/>
          </ac:spMkLst>
        </pc:spChg>
        <pc:spChg chg="add mod">
          <ac:chgData name="Marcel van Oijen" userId="535b5bdf4c23b207" providerId="LiveId" clId="{13A487FE-4893-5F25-A2B5-6BBFE7879D51}" dt="2025-08-26T16:26:55.814" v="8207" actId="20577"/>
          <ac:spMkLst>
            <pc:docMk/>
            <pc:sldMk cId="1456993940" sldId="1178"/>
            <ac:spMk id="37" creationId="{24C69ABF-D5EE-2451-F1AD-8D5F19F22D92}"/>
          </ac:spMkLst>
        </pc:spChg>
        <pc:spChg chg="add 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38" creationId="{8362D381-3E36-6CD1-0493-43DD48D7FA51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39" creationId="{E3A2569C-91B0-DE69-3348-066BFB43DE46}"/>
          </ac:spMkLst>
        </pc:spChg>
        <pc:spChg chg="add mod">
          <ac:chgData name="Marcel van Oijen" userId="535b5bdf4c23b207" providerId="LiveId" clId="{13A487FE-4893-5F25-A2B5-6BBFE7879D51}" dt="2025-08-26T16:27:48.545" v="8237" actId="1036"/>
          <ac:spMkLst>
            <pc:docMk/>
            <pc:sldMk cId="1456993940" sldId="1178"/>
            <ac:spMk id="40" creationId="{49983A1E-B2C2-5CA5-5090-0B3D3544A7D0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1" creationId="{82429AE4-5E85-1716-8AAD-C92E8E088CA2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2" creationId="{8BBF3F53-9C2E-03F2-76C7-B8F0BB398561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4" creationId="{D108DEC2-C7A4-B4CB-4DE7-63D59645EA95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5" creationId="{154D7199-C665-19E3-5278-582EBBD48E67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59" creationId="{1767C35D-7FE7-CF46-5228-17AB9D7B4E7D}"/>
          </ac:spMkLst>
        </pc:spChg>
        <pc:spChg chg="mod">
          <ac:chgData name="Marcel van Oijen" userId="535b5bdf4c23b207" providerId="LiveId" clId="{13A487FE-4893-5F25-A2B5-6BBFE7879D51}" dt="2025-08-26T15:49:22.125" v="7776" actId="1037"/>
          <ac:spMkLst>
            <pc:docMk/>
            <pc:sldMk cId="1456993940" sldId="1178"/>
            <ac:spMk id="60" creationId="{2E458CC4-235B-B6C4-406C-CE23BDCE80DA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63" creationId="{235E151A-E3F7-8289-C575-A8CE55D0183C}"/>
          </ac:spMkLst>
        </pc:spChg>
        <pc:spChg chg="mod">
          <ac:chgData name="Marcel van Oijen" userId="535b5bdf4c23b207" providerId="LiveId" clId="{13A487FE-4893-5F25-A2B5-6BBFE7879D51}" dt="2025-08-26T16:28:23.699" v="8262" actId="1036"/>
          <ac:spMkLst>
            <pc:docMk/>
            <pc:sldMk cId="1456993940" sldId="1178"/>
            <ac:spMk id="18432" creationId="{CC271FA6-4E81-BEC6-0315-485B98740DD6}"/>
          </ac:spMkLst>
        </pc:spChg>
        <pc:grpChg chg="add mod">
          <ac:chgData name="Marcel van Oijen" userId="535b5bdf4c23b207" providerId="LiveId" clId="{13A487FE-4893-5F25-A2B5-6BBFE7879D51}" dt="2025-08-26T15:48:57.067" v="7737"/>
          <ac:grpSpMkLst>
            <pc:docMk/>
            <pc:sldMk cId="1456993940" sldId="1178"/>
            <ac:grpSpMk id="14" creationId="{EF79B466-FA1F-DA84-FA09-9F4ED345C045}"/>
          </ac:grpSpMkLst>
        </pc:grpChg>
        <pc:grpChg chg="add">
          <ac:chgData name="Marcel van Oijen" userId="535b5bdf4c23b207" providerId="LiveId" clId="{13A487FE-4893-5F25-A2B5-6BBFE7879D51}" dt="2025-08-26T16:18:06.227" v="8093" actId="164"/>
          <ac:grpSpMkLst>
            <pc:docMk/>
            <pc:sldMk cId="1456993940" sldId="1178"/>
            <ac:grpSpMk id="35" creationId="{89C2D3A7-7654-5891-E9FF-934D73A1DD8D}"/>
          </ac:grpSpMkLst>
        </pc:grpChg>
        <pc:grpChg chg="add">
          <ac:chgData name="Marcel van Oijen" userId="535b5bdf4c23b207" providerId="LiveId" clId="{13A487FE-4893-5F25-A2B5-6BBFE7879D51}" dt="2025-08-26T16:29:38.217" v="8271" actId="164"/>
          <ac:grpSpMkLst>
            <pc:docMk/>
            <pc:sldMk cId="1456993940" sldId="1178"/>
            <ac:grpSpMk id="41" creationId="{E569D356-0430-3860-916A-F7E5B7AF49B4}"/>
          </ac:grpSpMkLst>
        </pc:grpChg>
      </pc:sldChg>
      <pc:sldChg chg="addSp modSp new mod">
        <pc:chgData name="Marcel van Oijen" userId="535b5bdf4c23b207" providerId="LiveId" clId="{13A487FE-4893-5F25-A2B5-6BBFE7879D51}" dt="2025-08-26T16:22:47.798" v="8111" actId="20577"/>
        <pc:sldMkLst>
          <pc:docMk/>
          <pc:sldMk cId="1410660937" sldId="1179"/>
        </pc:sldMkLst>
        <pc:spChg chg="mod">
          <ac:chgData name="Marcel van Oijen" userId="535b5bdf4c23b207" providerId="LiveId" clId="{13A487FE-4893-5F25-A2B5-6BBFE7879D51}" dt="2025-08-26T16:13:19.149" v="8034" actId="20577"/>
          <ac:spMkLst>
            <pc:docMk/>
            <pc:sldMk cId="1410660937" sldId="1179"/>
            <ac:spMk id="2" creationId="{D8B38CB9-EC3B-1236-76A1-EAE6B7E8C072}"/>
          </ac:spMkLst>
        </pc:spChg>
        <pc:spChg chg="add mod">
          <ac:chgData name="Marcel van Oijen" userId="535b5bdf4c23b207" providerId="LiveId" clId="{13A487FE-4893-5F25-A2B5-6BBFE7879D51}" dt="2025-08-26T16:22:47.798" v="8111" actId="20577"/>
          <ac:spMkLst>
            <pc:docMk/>
            <pc:sldMk cId="1410660937" sldId="1179"/>
            <ac:spMk id="4" creationId="{18A64471-5583-1DDB-E7EA-13B4A36DB957}"/>
          </ac:spMkLst>
        </pc:spChg>
        <pc:picChg chg="add mod">
          <ac:chgData name="Marcel van Oijen" userId="535b5bdf4c23b207" providerId="LiveId" clId="{13A487FE-4893-5F25-A2B5-6BBFE7879D51}" dt="2025-08-26T16:07:36.543" v="7965"/>
          <ac:picMkLst>
            <pc:docMk/>
            <pc:sldMk cId="1410660937" sldId="1179"/>
            <ac:picMk id="3" creationId="{EBC2D103-46F5-B1E5-76BB-FED5C7CAC39F}"/>
          </ac:picMkLst>
        </pc:picChg>
      </pc:sldChg>
      <pc:sldChg chg="addSp delSp modSp new mod ord">
        <pc:chgData name="Marcel van Oijen" userId="535b5bdf4c23b207" providerId="LiveId" clId="{13A487FE-4893-5F25-A2B5-6BBFE7879D51}" dt="2025-09-02T15:03:01.403" v="8754" actId="1036"/>
        <pc:sldMkLst>
          <pc:docMk/>
          <pc:sldMk cId="3307204021" sldId="1180"/>
        </pc:sldMkLst>
        <pc:spChg chg="mod">
          <ac:chgData name="Marcel van Oijen" userId="535b5bdf4c23b207" providerId="LiveId" clId="{13A487FE-4893-5F25-A2B5-6BBFE7879D51}" dt="2025-09-02T14:23:23.119" v="8625" actId="20577"/>
          <ac:spMkLst>
            <pc:docMk/>
            <pc:sldMk cId="3307204021" sldId="1180"/>
            <ac:spMk id="2" creationId="{C90E3CB8-6EFE-F1C2-33EB-965CECCBC266}"/>
          </ac:spMkLst>
        </pc:spChg>
        <pc:spChg chg="add del mod">
          <ac:chgData name="Marcel van Oijen" userId="535b5bdf4c23b207" providerId="LiveId" clId="{13A487FE-4893-5F25-A2B5-6BBFE7879D51}" dt="2025-09-02T14:57:20.572" v="8690" actId="478"/>
          <ac:spMkLst>
            <pc:docMk/>
            <pc:sldMk cId="3307204021" sldId="1180"/>
            <ac:spMk id="13" creationId="{B69A8676-76F9-5A4E-D398-7263E7F0FCBA}"/>
          </ac:spMkLst>
        </pc:spChg>
        <pc:spChg chg="add mod">
          <ac:chgData name="Marcel van Oijen" userId="535b5bdf4c23b207" providerId="LiveId" clId="{13A487FE-4893-5F25-A2B5-6BBFE7879D51}" dt="2025-09-02T15:03:01.403" v="8754" actId="1036"/>
          <ac:spMkLst>
            <pc:docMk/>
            <pc:sldMk cId="3307204021" sldId="1180"/>
            <ac:spMk id="14" creationId="{8E1AC1A7-CC30-5712-74B8-0F9DBF89D12B}"/>
          </ac:spMkLst>
        </pc:spChg>
        <pc:spChg chg="add mod">
          <ac:chgData name="Marcel van Oijen" userId="535b5bdf4c23b207" providerId="LiveId" clId="{13A487FE-4893-5F25-A2B5-6BBFE7879D51}" dt="2025-09-02T15:03:01.403" v="8754" actId="1036"/>
          <ac:spMkLst>
            <pc:docMk/>
            <pc:sldMk cId="3307204021" sldId="1180"/>
            <ac:spMk id="15" creationId="{04A64A8C-0D94-EA9A-BB60-C1C740031539}"/>
          </ac:spMkLst>
        </pc:sp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3" creationId="{DDE68767-3754-4E61-FB8B-0209ACCA82C2}"/>
          </ac:picMkLst>
        </pc:picChg>
        <pc:picChg chg="add del mod">
          <ac:chgData name="Marcel van Oijen" userId="535b5bdf4c23b207" providerId="LiveId" clId="{13A487FE-4893-5F25-A2B5-6BBFE7879D51}" dt="2025-09-02T14:23:26.170" v="8626" actId="478"/>
          <ac:picMkLst>
            <pc:docMk/>
            <pc:sldMk cId="3307204021" sldId="1180"/>
            <ac:picMk id="4" creationId="{E7C99104-3681-A514-12DB-6DC2A721BAD1}"/>
          </ac:picMkLst>
        </pc:picChg>
        <pc:picChg chg="add del mod">
          <ac:chgData name="Marcel van Oijen" userId="535b5bdf4c23b207" providerId="LiveId" clId="{13A487FE-4893-5F25-A2B5-6BBFE7879D51}" dt="2025-09-02T14:23:27.708" v="8627" actId="478"/>
          <ac:picMkLst>
            <pc:docMk/>
            <pc:sldMk cId="3307204021" sldId="1180"/>
            <ac:picMk id="5" creationId="{420D6A3C-3ABE-9B14-4A45-F14E6B5E03F3}"/>
          </ac:picMkLst>
        </pc:picChg>
        <pc:picChg chg="add del mod">
          <ac:chgData name="Marcel van Oijen" userId="535b5bdf4c23b207" providerId="LiveId" clId="{13A487FE-4893-5F25-A2B5-6BBFE7879D51}" dt="2025-09-02T14:43:50.954" v="8634" actId="478"/>
          <ac:picMkLst>
            <pc:docMk/>
            <pc:sldMk cId="3307204021" sldId="1180"/>
            <ac:picMk id="6" creationId="{6E778A60-B9D4-C816-0DA7-F8A1CB0A92BE}"/>
          </ac:picMkLst>
        </pc:picChg>
        <pc:picChg chg="add del mod">
          <ac:chgData name="Marcel van Oijen" userId="535b5bdf4c23b207" providerId="LiveId" clId="{13A487FE-4893-5F25-A2B5-6BBFE7879D51}" dt="2025-09-02T14:53:14.388" v="8668" actId="478"/>
          <ac:picMkLst>
            <pc:docMk/>
            <pc:sldMk cId="3307204021" sldId="1180"/>
            <ac:picMk id="7" creationId="{4F18E37A-8876-FDAA-1416-25A284E4C4F7}"/>
          </ac:picMkLst>
        </pc:pic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8" creationId="{C606DD57-E355-056C-903C-BD6D6526F72A}"/>
          </ac:picMkLst>
        </pc:picChg>
        <pc:picChg chg="add del mod">
          <ac:chgData name="Marcel van Oijen" userId="535b5bdf4c23b207" providerId="LiveId" clId="{13A487FE-4893-5F25-A2B5-6BBFE7879D51}" dt="2025-09-02T14:47:53.028" v="8658" actId="478"/>
          <ac:picMkLst>
            <pc:docMk/>
            <pc:sldMk cId="3307204021" sldId="1180"/>
            <ac:picMk id="9" creationId="{9E49C9FD-F7CC-9BD3-A566-23020729531F}"/>
          </ac:picMkLst>
        </pc:picChg>
        <pc:picChg chg="add del mod">
          <ac:chgData name="Marcel van Oijen" userId="535b5bdf4c23b207" providerId="LiveId" clId="{13A487FE-4893-5F25-A2B5-6BBFE7879D51}" dt="2025-09-02T14:53:11.823" v="8667" actId="478"/>
          <ac:picMkLst>
            <pc:docMk/>
            <pc:sldMk cId="3307204021" sldId="1180"/>
            <ac:picMk id="10" creationId="{52426AD7-16CC-835D-A292-673652C10CA6}"/>
          </ac:picMkLst>
        </pc:picChg>
        <pc:picChg chg="add del mod">
          <ac:chgData name="Marcel van Oijen" userId="535b5bdf4c23b207" providerId="LiveId" clId="{13A487FE-4893-5F25-A2B5-6BBFE7879D51}" dt="2025-09-02T14:53:16.323" v="8669" actId="478"/>
          <ac:picMkLst>
            <pc:docMk/>
            <pc:sldMk cId="3307204021" sldId="1180"/>
            <ac:picMk id="11" creationId="{4931FBB6-126E-FD46-8E05-C02D9B1EC781}"/>
          </ac:picMkLst>
        </pc:picChg>
        <pc:picChg chg="add del mod">
          <ac:chgData name="Marcel van Oijen" userId="535b5bdf4c23b207" providerId="LiveId" clId="{13A487FE-4893-5F25-A2B5-6BBFE7879D51}" dt="2025-09-02T15:00:01.634" v="8710" actId="478"/>
          <ac:picMkLst>
            <pc:docMk/>
            <pc:sldMk cId="3307204021" sldId="1180"/>
            <ac:picMk id="12" creationId="{51F31A12-8747-C6EF-703B-423B96AF0932}"/>
          </ac:picMkLst>
        </pc:picChg>
        <pc:picChg chg="add mod">
          <ac:chgData name="Marcel van Oijen" userId="535b5bdf4c23b207" providerId="LiveId" clId="{13A487FE-4893-5F25-A2B5-6BBFE7879D51}" dt="2025-09-02T15:03:01.403" v="8754" actId="1036"/>
          <ac:picMkLst>
            <pc:docMk/>
            <pc:sldMk cId="3307204021" sldId="1180"/>
            <ac:picMk id="16" creationId="{2724301D-2850-B370-3B06-9B4DED0BE5A9}"/>
          </ac:picMkLst>
        </pc:picChg>
      </pc:sldChg>
      <pc:sldChg chg="modSp add mod ord">
        <pc:chgData name="Marcel van Oijen" userId="535b5bdf4c23b207" providerId="LiveId" clId="{13A487FE-4893-5F25-A2B5-6BBFE7879D51}" dt="2025-09-02T15:02:50.631" v="8746" actId="20577"/>
        <pc:sldMkLst>
          <pc:docMk/>
          <pc:sldMk cId="2231332098" sldId="1181"/>
        </pc:sldMkLst>
        <pc:spChg chg="mod">
          <ac:chgData name="Marcel van Oijen" userId="535b5bdf4c23b207" providerId="LiveId" clId="{13A487FE-4893-5F25-A2B5-6BBFE7879D51}" dt="2025-09-02T15:02:50.631" v="8746" actId="20577"/>
          <ac:spMkLst>
            <pc:docMk/>
            <pc:sldMk cId="2231332098" sldId="1181"/>
            <ac:spMk id="246786" creationId="{3B140830-8565-DA3C-3936-2C8A1212BF9A}"/>
          </ac:spMkLst>
        </pc:spChg>
      </pc:sldChg>
      <pc:sldChg chg="addSp delSp modSp new mod">
        <pc:chgData name="Marcel van Oijen" userId="535b5bdf4c23b207" providerId="LiveId" clId="{13A487FE-4893-5F25-A2B5-6BBFE7879D51}" dt="2025-09-02T15:25:41.486" v="8843" actId="1076"/>
        <pc:sldMkLst>
          <pc:docMk/>
          <pc:sldMk cId="1616374828" sldId="1182"/>
        </pc:sldMkLst>
        <pc:spChg chg="mod">
          <ac:chgData name="Marcel van Oijen" userId="535b5bdf4c23b207" providerId="LiveId" clId="{13A487FE-4893-5F25-A2B5-6BBFE7879D51}" dt="2025-09-02T15:13:22.310" v="8835" actId="20577"/>
          <ac:spMkLst>
            <pc:docMk/>
            <pc:sldMk cId="1616374828" sldId="1182"/>
            <ac:spMk id="2" creationId="{CD6EC8B8-8C96-1658-F0CE-215C7C75003B}"/>
          </ac:spMkLst>
        </pc:spChg>
        <pc:picChg chg="add del mod">
          <ac:chgData name="Marcel van Oijen" userId="535b5bdf4c23b207" providerId="LiveId" clId="{13A487FE-4893-5F25-A2B5-6BBFE7879D51}" dt="2025-09-02T15:24:37.938" v="8836" actId="478"/>
          <ac:picMkLst>
            <pc:docMk/>
            <pc:sldMk cId="1616374828" sldId="1182"/>
            <ac:picMk id="3" creationId="{0014C6FF-1C80-F5B8-6D06-CDB424A87A84}"/>
          </ac:picMkLst>
        </pc:picChg>
        <pc:picChg chg="add mod modCrop">
          <ac:chgData name="Marcel van Oijen" userId="535b5bdf4c23b207" providerId="LiveId" clId="{13A487FE-4893-5F25-A2B5-6BBFE7879D51}" dt="2025-09-02T15:25:41.486" v="8843" actId="1076"/>
          <ac:picMkLst>
            <pc:docMk/>
            <pc:sldMk cId="1616374828" sldId="1182"/>
            <ac:picMk id="4" creationId="{AEDFFD98-DA86-183E-A078-0723B69221A9}"/>
          </ac:picMkLst>
        </pc:picChg>
      </pc:sldChg>
      <pc:sldChg chg="addSp delSp modSp new mod modAnim">
        <pc:chgData name="Marcel van Oijen" userId="535b5bdf4c23b207" providerId="LiveId" clId="{13A487FE-4893-5F25-A2B5-6BBFE7879D51}" dt="2025-09-02T16:09:21.283" v="9360" actId="20577"/>
        <pc:sldMkLst>
          <pc:docMk/>
          <pc:sldMk cId="145373627" sldId="1183"/>
        </pc:sldMkLst>
        <pc:spChg chg="mod">
          <ac:chgData name="Marcel van Oijen" userId="535b5bdf4c23b207" providerId="LiveId" clId="{13A487FE-4893-5F25-A2B5-6BBFE7879D51}" dt="2025-09-02T15:27:19.316" v="8882" actId="20577"/>
          <ac:spMkLst>
            <pc:docMk/>
            <pc:sldMk cId="145373627" sldId="1183"/>
            <ac:spMk id="2" creationId="{3E6B6F70-6B07-CB74-1B01-9BBD87DAAEF1}"/>
          </ac:spMkLst>
        </pc:spChg>
        <pc:spChg chg="add mod">
          <ac:chgData name="Marcel van Oijen" userId="535b5bdf4c23b207" providerId="LiveId" clId="{13A487FE-4893-5F25-A2B5-6BBFE7879D51}" dt="2025-09-02T16:06:39.920" v="9358" actId="1035"/>
          <ac:spMkLst>
            <pc:docMk/>
            <pc:sldMk cId="145373627" sldId="1183"/>
            <ac:spMk id="6" creationId="{6CD60777-91EA-2961-F043-56D591022634}"/>
          </ac:spMkLst>
        </pc:spChg>
        <pc:spChg chg="add mod">
          <ac:chgData name="Marcel van Oijen" userId="535b5bdf4c23b207" providerId="LiveId" clId="{13A487FE-4893-5F25-A2B5-6BBFE7879D51}" dt="2025-09-02T16:06:33.486" v="9357" actId="1035"/>
          <ac:spMkLst>
            <pc:docMk/>
            <pc:sldMk cId="145373627" sldId="1183"/>
            <ac:spMk id="7" creationId="{0CAE520F-D2C0-EA32-6A81-6F7F4F22CB43}"/>
          </ac:spMkLst>
        </pc:spChg>
        <pc:spChg chg="add mod">
          <ac:chgData name="Marcel van Oijen" userId="535b5bdf4c23b207" providerId="LiveId" clId="{13A487FE-4893-5F25-A2B5-6BBFE7879D51}" dt="2025-09-02T16:06:29.736" v="9356" actId="1035"/>
          <ac:spMkLst>
            <pc:docMk/>
            <pc:sldMk cId="145373627" sldId="1183"/>
            <ac:spMk id="8" creationId="{FFFB1BD4-A060-50D7-E53C-B8DB84560C0B}"/>
          </ac:spMkLst>
        </pc:spChg>
        <pc:spChg chg="add mod">
          <ac:chgData name="Marcel van Oijen" userId="535b5bdf4c23b207" providerId="LiveId" clId="{13A487FE-4893-5F25-A2B5-6BBFE7879D51}" dt="2025-09-02T16:09:21.283" v="9360" actId="20577"/>
          <ac:spMkLst>
            <pc:docMk/>
            <pc:sldMk cId="145373627" sldId="1183"/>
            <ac:spMk id="11" creationId="{90A1E485-93F4-6F16-24C0-182F82C8EA81}"/>
          </ac:spMkLst>
        </pc:spChg>
        <pc:picChg chg="add mod">
          <ac:chgData name="Marcel van Oijen" userId="535b5bdf4c23b207" providerId="LiveId" clId="{13A487FE-4893-5F25-A2B5-6BBFE7879D51}" dt="2025-09-02T15:51:27.001" v="8959" actId="14100"/>
          <ac:picMkLst>
            <pc:docMk/>
            <pc:sldMk cId="145373627" sldId="1183"/>
            <ac:picMk id="3" creationId="{B0154290-6E2E-67B7-0827-16AFE967BCCE}"/>
          </ac:picMkLst>
        </pc:picChg>
        <pc:picChg chg="add mod">
          <ac:chgData name="Marcel van Oijen" userId="535b5bdf4c23b207" providerId="LiveId" clId="{13A487FE-4893-5F25-A2B5-6BBFE7879D51}" dt="2025-09-02T15:51:32.514" v="8960" actId="14100"/>
          <ac:picMkLst>
            <pc:docMk/>
            <pc:sldMk cId="145373627" sldId="1183"/>
            <ac:picMk id="4" creationId="{CB410DDF-9E9F-4AC5-F756-4388A8EA0BAD}"/>
          </ac:picMkLst>
        </pc:picChg>
        <pc:picChg chg="add del mod">
          <ac:chgData name="Marcel van Oijen" userId="535b5bdf4c23b207" providerId="LiveId" clId="{13A487FE-4893-5F25-A2B5-6BBFE7879D51}" dt="2025-09-02T15:58:41.246" v="9171" actId="478"/>
          <ac:picMkLst>
            <pc:docMk/>
            <pc:sldMk cId="145373627" sldId="1183"/>
            <ac:picMk id="5" creationId="{4E2C2E84-F542-D0F3-DAE3-0994C25B5424}"/>
          </ac:picMkLst>
        </pc:picChg>
        <pc:picChg chg="add mod">
          <ac:chgData name="Marcel van Oijen" userId="535b5bdf4c23b207" providerId="LiveId" clId="{13A487FE-4893-5F25-A2B5-6BBFE7879D51}" dt="2025-09-02T16:03:24.494" v="9342" actId="1036"/>
          <ac:picMkLst>
            <pc:docMk/>
            <pc:sldMk cId="145373627" sldId="1183"/>
            <ac:picMk id="9" creationId="{D3AC7CD1-2A69-0D8B-4C74-DA68A4002F88}"/>
          </ac:picMkLst>
        </pc:picChg>
        <pc:picChg chg="add mod">
          <ac:chgData name="Marcel van Oijen" userId="535b5bdf4c23b207" providerId="LiveId" clId="{13A487FE-4893-5F25-A2B5-6BBFE7879D51}" dt="2025-09-02T15:58:50.210" v="9173" actId="1076"/>
          <ac:picMkLst>
            <pc:docMk/>
            <pc:sldMk cId="145373627" sldId="1183"/>
            <ac:picMk id="10" creationId="{3D296C54-817D-7AC2-886C-1F08D34A960C}"/>
          </ac:picMkLst>
        </pc:picChg>
      </pc:sldChg>
    </pc:docChg>
  </pc:docChgLst>
  <pc:docChgLst>
    <pc:chgData name="Marcel van Oijen" userId="535b5bdf4c23b207" providerId="LiveId" clId="{59A2DDBC-E119-8242-A984-602BD2C394D0}"/>
    <pc:docChg chg="modSld">
      <pc:chgData name="Marcel van Oijen" userId="535b5bdf4c23b207" providerId="LiveId" clId="{59A2DDBC-E119-8242-A984-602BD2C394D0}" dt="2023-01-18T09:51:46.963" v="1" actId="1038"/>
      <pc:docMkLst>
        <pc:docMk/>
      </pc:docMkLst>
      <pc:sldChg chg="modSp mod">
        <pc:chgData name="Marcel van Oijen" userId="535b5bdf4c23b207" providerId="LiveId" clId="{59A2DDBC-E119-8242-A984-602BD2C394D0}" dt="2023-01-18T09:51:46.963" v="1" actId="1038"/>
        <pc:sldMkLst>
          <pc:docMk/>
          <pc:sldMk cId="114395512" sldId="1115"/>
        </pc:sldMkLst>
      </pc:sldChg>
    </pc:docChg>
  </pc:docChgLst>
  <pc:docChgLst>
    <pc:chgData name="Marcel van Oijen" userId="535b5bdf4c23b207" providerId="LiveId" clId="{BB35E463-ED35-6B4E-84C5-9ACB86767493}"/>
    <pc:docChg chg="undo custSel addSld delSld modSld">
      <pc:chgData name="Marcel van Oijen" userId="535b5bdf4c23b207" providerId="LiveId" clId="{BB35E463-ED35-6B4E-84C5-9ACB86767493}" dt="2021-05-05T09:46:12.541" v="65"/>
      <pc:docMkLst>
        <pc:docMk/>
      </pc:docMkLst>
      <pc:sldChg chg="addSp delSp modSp modTransition modAnim">
        <pc:chgData name="Marcel van Oijen" userId="535b5bdf4c23b207" providerId="LiveId" clId="{BB35E463-ED35-6B4E-84C5-9ACB86767493}" dt="2021-05-05T09:16:23.074" v="43"/>
        <pc:sldMkLst>
          <pc:docMk/>
          <pc:sldMk cId="0" sldId="423"/>
        </pc:sldMkLst>
      </pc:sldChg>
      <pc:sldChg chg="addSp delSp modSp mod modTransition modAnim">
        <pc:chgData name="Marcel van Oijen" userId="535b5bdf4c23b207" providerId="LiveId" clId="{BB35E463-ED35-6B4E-84C5-9ACB86767493}" dt="2021-05-05T09:46:12.541" v="65"/>
        <pc:sldMkLst>
          <pc:docMk/>
          <pc:sldMk cId="1168975252" sldId="1093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2642513130" sldId="1094"/>
        </pc:sldMkLst>
      </pc:sldChg>
      <pc:sldChg chg="addSp delSp modSp modTransition modAnim">
        <pc:chgData name="Marcel van Oijen" userId="535b5bdf4c23b207" providerId="LiveId" clId="{BB35E463-ED35-6B4E-84C5-9ACB86767493}" dt="2021-05-05T09:37:40.285" v="54"/>
        <pc:sldMkLst>
          <pc:docMk/>
          <pc:sldMk cId="1998159903" sldId="1096"/>
        </pc:sldMkLst>
      </pc:sldChg>
      <pc:sldChg chg="addSp delSp modSp modTransition modAnim">
        <pc:chgData name="Marcel van Oijen" userId="535b5bdf4c23b207" providerId="LiveId" clId="{BB35E463-ED35-6B4E-84C5-9ACB86767493}" dt="2021-05-05T09:37:40.285" v="54"/>
        <pc:sldMkLst>
          <pc:docMk/>
          <pc:sldMk cId="1584755535" sldId="1097"/>
        </pc:sldMkLst>
      </pc:sldChg>
      <pc:sldChg chg="addSp modSp modTransition">
        <pc:chgData name="Marcel van Oijen" userId="535b5bdf4c23b207" providerId="LiveId" clId="{BB35E463-ED35-6B4E-84C5-9ACB86767493}" dt="2021-05-05T09:37:40.285" v="54"/>
        <pc:sldMkLst>
          <pc:docMk/>
          <pc:sldMk cId="3437010006" sldId="1100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3801486017" sldId="1101"/>
        </pc:sldMkLst>
      </pc:sldChg>
      <pc:sldChg chg="addSp modSp modTransition">
        <pc:chgData name="Marcel van Oijen" userId="535b5bdf4c23b207" providerId="LiveId" clId="{BB35E463-ED35-6B4E-84C5-9ACB86767493}" dt="2021-05-05T09:16:23.074" v="43"/>
        <pc:sldMkLst>
          <pc:docMk/>
          <pc:sldMk cId="2038845504" sldId="1102"/>
        </pc:sldMkLst>
      </pc:sldChg>
      <pc:sldChg chg="addSp delSp modSp mod modTransition delAnim modAnim">
        <pc:chgData name="Marcel van Oijen" userId="535b5bdf4c23b207" providerId="LiveId" clId="{BB35E463-ED35-6B4E-84C5-9ACB86767493}" dt="2021-05-05T09:28:53.319" v="46"/>
        <pc:sldMkLst>
          <pc:docMk/>
          <pc:sldMk cId="2657962295" sldId="1104"/>
        </pc:sldMkLst>
      </pc:sldChg>
      <pc:sldChg chg="addSp delSp modSp modTransition modAnim">
        <pc:chgData name="Marcel van Oijen" userId="535b5bdf4c23b207" providerId="LiveId" clId="{BB35E463-ED35-6B4E-84C5-9ACB86767493}" dt="2021-05-05T09:30:36.423" v="49"/>
        <pc:sldMkLst>
          <pc:docMk/>
          <pc:sldMk cId="4012929618" sldId="1105"/>
        </pc:sldMkLst>
      </pc:sldChg>
      <pc:sldChg chg="new del">
        <pc:chgData name="Marcel van Oijen" userId="535b5bdf4c23b207" providerId="LiveId" clId="{BB35E463-ED35-6B4E-84C5-9ACB86767493}" dt="2021-05-05T09:40:11.633" v="56" actId="2696"/>
        <pc:sldMkLst>
          <pc:docMk/>
          <pc:sldMk cId="3438907658" sldId="1106"/>
        </pc:sldMkLst>
      </pc:sldChg>
    </pc:docChg>
  </pc:docChgLst>
  <pc:docChgLst>
    <pc:chgData name="Marcel van Oijen" userId="535b5bdf4c23b207" providerId="LiveId" clId="{F83B5A90-60BD-FF44-9A8B-5383BFE0F9ED}"/>
    <pc:docChg chg="undo custSel addSld delSld modSld sldOrd">
      <pc:chgData name="Marcel van Oijen" userId="535b5bdf4c23b207" providerId="LiveId" clId="{F83B5A90-60BD-FF44-9A8B-5383BFE0F9ED}" dt="2025-06-06T09:11:04.185" v="6243" actId="20577"/>
      <pc:docMkLst>
        <pc:docMk/>
      </pc:docMkLst>
      <pc:sldChg chg="modSp mod">
        <pc:chgData name="Marcel van Oijen" userId="535b5bdf4c23b207" providerId="LiveId" clId="{F83B5A90-60BD-FF44-9A8B-5383BFE0F9ED}" dt="2025-05-31T15:10:21.503" v="284" actId="20577"/>
        <pc:sldMkLst>
          <pc:docMk/>
          <pc:sldMk cId="0" sldId="1055"/>
        </pc:sldMkLst>
      </pc:sldChg>
      <pc:sldChg chg="modSp mod">
        <pc:chgData name="Marcel van Oijen" userId="535b5bdf4c23b207" providerId="LiveId" clId="{F83B5A90-60BD-FF44-9A8B-5383BFE0F9ED}" dt="2025-05-31T16:32:21.470" v="642" actId="20577"/>
        <pc:sldMkLst>
          <pc:docMk/>
          <pc:sldMk cId="2431080743" sldId="1063"/>
        </pc:sldMkLst>
      </pc:sldChg>
      <pc:sldChg chg="addSp modSp mod ord">
        <pc:chgData name="Marcel van Oijen" userId="535b5bdf4c23b207" providerId="LiveId" clId="{F83B5A90-60BD-FF44-9A8B-5383BFE0F9ED}" dt="2025-06-04T11:07:21.588" v="4427" actId="20578"/>
        <pc:sldMkLst>
          <pc:docMk/>
          <pc:sldMk cId="826487906" sldId="1073"/>
        </pc:sldMkLst>
      </pc:sldChg>
      <pc:sldChg chg="modSp mod ord">
        <pc:chgData name="Marcel van Oijen" userId="535b5bdf4c23b207" providerId="LiveId" clId="{F83B5A90-60BD-FF44-9A8B-5383BFE0F9ED}" dt="2025-05-31T14:37:34.129" v="17" actId="20577"/>
        <pc:sldMkLst>
          <pc:docMk/>
          <pc:sldMk cId="2678029081" sldId="1082"/>
        </pc:sldMkLst>
      </pc:sldChg>
      <pc:sldChg chg="modSp mod">
        <pc:chgData name="Marcel van Oijen" userId="535b5bdf4c23b207" providerId="LiveId" clId="{F83B5A90-60BD-FF44-9A8B-5383BFE0F9ED}" dt="2025-06-02T15:10:15.877" v="3518" actId="1035"/>
        <pc:sldMkLst>
          <pc:docMk/>
          <pc:sldMk cId="1998159903" sldId="1096"/>
        </pc:sldMkLst>
      </pc:sldChg>
      <pc:sldChg chg="delSp mod delAnim">
        <pc:chgData name="Marcel van Oijen" userId="535b5bdf4c23b207" providerId="LiveId" clId="{F83B5A90-60BD-FF44-9A8B-5383BFE0F9ED}" dt="2025-06-01T10:41:49.161" v="1648" actId="478"/>
        <pc:sldMkLst>
          <pc:docMk/>
          <pc:sldMk cId="3801486017" sldId="1101"/>
        </pc:sldMkLst>
      </pc:sldChg>
      <pc:sldChg chg="addSp delSp modSp mod delAnim">
        <pc:chgData name="Marcel van Oijen" userId="535b5bdf4c23b207" providerId="LiveId" clId="{F83B5A90-60BD-FF44-9A8B-5383BFE0F9ED}" dt="2025-06-06T09:11:04.185" v="6243" actId="20577"/>
        <pc:sldMkLst>
          <pc:docMk/>
          <pc:sldMk cId="1586984852" sldId="1107"/>
        </pc:sldMkLst>
      </pc:sldChg>
      <pc:sldChg chg="modSp mod">
        <pc:chgData name="Marcel van Oijen" userId="535b5bdf4c23b207" providerId="LiveId" clId="{F83B5A90-60BD-FF44-9A8B-5383BFE0F9ED}" dt="2025-05-31T14:41:22.509" v="57" actId="20577"/>
        <pc:sldMkLst>
          <pc:docMk/>
          <pc:sldMk cId="607501651" sldId="1108"/>
        </pc:sldMkLst>
      </pc:sldChg>
      <pc:sldChg chg="addSp delSp modSp del mod">
        <pc:chgData name="Marcel van Oijen" userId="535b5bdf4c23b207" providerId="LiveId" clId="{F83B5A90-60BD-FF44-9A8B-5383BFE0F9ED}" dt="2025-06-02T08:34:56.962" v="1661" actId="2696"/>
        <pc:sldMkLst>
          <pc:docMk/>
          <pc:sldMk cId="4097059109" sldId="1109"/>
        </pc:sldMkLst>
      </pc:sldChg>
      <pc:sldChg chg="del">
        <pc:chgData name="Marcel van Oijen" userId="535b5bdf4c23b207" providerId="LiveId" clId="{F83B5A90-60BD-FF44-9A8B-5383BFE0F9ED}" dt="2025-06-02T08:23:02.426" v="1650" actId="2696"/>
        <pc:sldMkLst>
          <pc:docMk/>
          <pc:sldMk cId="2394597977" sldId="1110"/>
        </pc:sldMkLst>
      </pc:sldChg>
      <pc:sldChg chg="modSp mod">
        <pc:chgData name="Marcel van Oijen" userId="535b5bdf4c23b207" providerId="LiveId" clId="{F83B5A90-60BD-FF44-9A8B-5383BFE0F9ED}" dt="2025-06-06T08:58:48.358" v="6239" actId="20577"/>
        <pc:sldMkLst>
          <pc:docMk/>
          <pc:sldMk cId="3816427177" sldId="1116"/>
        </pc:sldMkLst>
      </pc:sldChg>
      <pc:sldChg chg="delSp modSp mod modAnim">
        <pc:chgData name="Marcel van Oijen" userId="535b5bdf4c23b207" providerId="LiveId" clId="{F83B5A90-60BD-FF44-9A8B-5383BFE0F9ED}" dt="2025-06-01T09:33:40.276" v="652" actId="1038"/>
        <pc:sldMkLst>
          <pc:docMk/>
          <pc:sldMk cId="2199849275" sldId="1128"/>
        </pc:sldMkLst>
      </pc:sldChg>
      <pc:sldChg chg="modSp mod">
        <pc:chgData name="Marcel van Oijen" userId="535b5bdf4c23b207" providerId="LiveId" clId="{F83B5A90-60BD-FF44-9A8B-5383BFE0F9ED}" dt="2025-06-02T10:12:04.592" v="1741" actId="20577"/>
        <pc:sldMkLst>
          <pc:docMk/>
          <pc:sldMk cId="184801221" sldId="1129"/>
        </pc:sldMkLst>
      </pc:sldChg>
      <pc:sldChg chg="ord">
        <pc:chgData name="Marcel van Oijen" userId="535b5bdf4c23b207" providerId="LiveId" clId="{F83B5A90-60BD-FF44-9A8B-5383BFE0F9ED}" dt="2025-05-31T14:29:39.844" v="1" actId="20578"/>
        <pc:sldMkLst>
          <pc:docMk/>
          <pc:sldMk cId="303225408" sldId="1133"/>
        </pc:sldMkLst>
      </pc:sldChg>
      <pc:sldChg chg="modSp mod">
        <pc:chgData name="Marcel van Oijen" userId="535b5bdf4c23b207" providerId="LiveId" clId="{F83B5A90-60BD-FF44-9A8B-5383BFE0F9ED}" dt="2025-05-31T14:40:09.116" v="53" actId="20577"/>
        <pc:sldMkLst>
          <pc:docMk/>
          <pc:sldMk cId="2284699978" sldId="1134"/>
        </pc:sldMkLst>
      </pc:sldChg>
      <pc:sldChg chg="modSp mod">
        <pc:chgData name="Marcel van Oijen" userId="535b5bdf4c23b207" providerId="LiveId" clId="{F83B5A90-60BD-FF44-9A8B-5383BFE0F9ED}" dt="2025-06-04T16:35:04.939" v="6208" actId="20577"/>
        <pc:sldMkLst>
          <pc:docMk/>
          <pc:sldMk cId="3927090599" sldId="1135"/>
        </pc:sldMkLst>
      </pc:sldChg>
      <pc:sldChg chg="addSp delSp modSp new mod">
        <pc:chgData name="Marcel van Oijen" userId="535b5bdf4c23b207" providerId="LiveId" clId="{F83B5A90-60BD-FF44-9A8B-5383BFE0F9ED}" dt="2025-06-01T10:13:13.006" v="1279" actId="1037"/>
        <pc:sldMkLst>
          <pc:docMk/>
          <pc:sldMk cId="2830902514" sldId="1139"/>
        </pc:sldMkLst>
      </pc:sldChg>
      <pc:sldChg chg="delSp modSp add mod">
        <pc:chgData name="Marcel van Oijen" userId="535b5bdf4c23b207" providerId="LiveId" clId="{F83B5A90-60BD-FF44-9A8B-5383BFE0F9ED}" dt="2025-06-01T10:15:02.037" v="1328" actId="13926"/>
        <pc:sldMkLst>
          <pc:docMk/>
          <pc:sldMk cId="2850772319" sldId="1140"/>
        </pc:sldMkLst>
      </pc:sldChg>
      <pc:sldChg chg="addSp delSp modSp add mod">
        <pc:chgData name="Marcel van Oijen" userId="535b5bdf4c23b207" providerId="LiveId" clId="{F83B5A90-60BD-FF44-9A8B-5383BFE0F9ED}" dt="2025-06-01T10:16:17.621" v="1339" actId="1076"/>
        <pc:sldMkLst>
          <pc:docMk/>
          <pc:sldMk cId="1568134619" sldId="1141"/>
        </pc:sldMkLst>
      </pc:sldChg>
      <pc:sldChg chg="new del">
        <pc:chgData name="Marcel van Oijen" userId="535b5bdf4c23b207" providerId="LiveId" clId="{F83B5A90-60BD-FF44-9A8B-5383BFE0F9ED}" dt="2025-06-01T10:17:19.250" v="1341" actId="2696"/>
        <pc:sldMkLst>
          <pc:docMk/>
          <pc:sldMk cId="2419084042" sldId="1142"/>
        </pc:sldMkLst>
      </pc:sldChg>
      <pc:sldChg chg="addSp delSp modSp add mod ord">
        <pc:chgData name="Marcel van Oijen" userId="535b5bdf4c23b207" providerId="LiveId" clId="{F83B5A90-60BD-FF44-9A8B-5383BFE0F9ED}" dt="2025-06-01T10:30:14.776" v="1638" actId="13926"/>
        <pc:sldMkLst>
          <pc:docMk/>
          <pc:sldMk cId="3559532749" sldId="1142"/>
        </pc:sldMkLst>
      </pc:sldChg>
      <pc:sldChg chg="delSp modSp add mod">
        <pc:chgData name="Marcel van Oijen" userId="535b5bdf4c23b207" providerId="LiveId" clId="{F83B5A90-60BD-FF44-9A8B-5383BFE0F9ED}" dt="2025-06-01T10:23:54.872" v="1460" actId="1076"/>
        <pc:sldMkLst>
          <pc:docMk/>
          <pc:sldMk cId="1986535945" sldId="1143"/>
        </pc:sldMkLst>
      </pc:sldChg>
      <pc:sldChg chg="addSp modSp new mod">
        <pc:chgData name="Marcel van Oijen" userId="535b5bdf4c23b207" providerId="LiveId" clId="{F83B5A90-60BD-FF44-9A8B-5383BFE0F9ED}" dt="2025-06-01T10:24:46.543" v="1467"/>
        <pc:sldMkLst>
          <pc:docMk/>
          <pc:sldMk cId="3943026512" sldId="1144"/>
        </pc:sldMkLst>
      </pc:sldChg>
      <pc:sldChg chg="delSp modSp add mod">
        <pc:chgData name="Marcel van Oijen" userId="535b5bdf4c23b207" providerId="LiveId" clId="{F83B5A90-60BD-FF44-9A8B-5383BFE0F9ED}" dt="2025-06-01T10:30:32.486" v="1640" actId="20577"/>
        <pc:sldMkLst>
          <pc:docMk/>
          <pc:sldMk cId="3246381731" sldId="1145"/>
        </pc:sldMkLst>
      </pc:sldChg>
      <pc:sldChg chg="addSp modSp new mod">
        <pc:chgData name="Marcel van Oijen" userId="535b5bdf4c23b207" providerId="LiveId" clId="{F83B5A90-60BD-FF44-9A8B-5383BFE0F9ED}" dt="2025-06-01T10:32:16.697" v="1644"/>
        <pc:sldMkLst>
          <pc:docMk/>
          <pc:sldMk cId="270216759" sldId="1146"/>
        </pc:sldMkLst>
      </pc:sldChg>
      <pc:sldChg chg="modSp add mod">
        <pc:chgData name="Marcel van Oijen" userId="535b5bdf4c23b207" providerId="LiveId" clId="{F83B5A90-60BD-FF44-9A8B-5383BFE0F9ED}" dt="2025-06-01T10:37:46.786" v="1647" actId="20577"/>
        <pc:sldMkLst>
          <pc:docMk/>
          <pc:sldMk cId="404685844" sldId="1147"/>
        </pc:sldMkLst>
      </pc:sldChg>
      <pc:sldChg chg="addSp modSp new del mod">
        <pc:chgData name="Marcel van Oijen" userId="535b5bdf4c23b207" providerId="LiveId" clId="{F83B5A90-60BD-FF44-9A8B-5383BFE0F9ED}" dt="2025-06-02T08:34:50.030" v="1660" actId="2696"/>
        <pc:sldMkLst>
          <pc:docMk/>
          <pc:sldMk cId="1265004997" sldId="1148"/>
        </pc:sldMkLst>
      </pc:sldChg>
      <pc:sldChg chg="addSp modSp new mod modAnim">
        <pc:chgData name="Marcel van Oijen" userId="535b5bdf4c23b207" providerId="LiveId" clId="{F83B5A90-60BD-FF44-9A8B-5383BFE0F9ED}" dt="2025-06-02T10:06:40.812" v="1722"/>
        <pc:sldMkLst>
          <pc:docMk/>
          <pc:sldMk cId="3206162135" sldId="1148"/>
        </pc:sldMkLst>
      </pc:sldChg>
      <pc:sldChg chg="addSp modSp new mod">
        <pc:chgData name="Marcel van Oijen" userId="535b5bdf4c23b207" providerId="LiveId" clId="{F83B5A90-60BD-FF44-9A8B-5383BFE0F9ED}" dt="2025-06-02T10:04:29.678" v="1717"/>
        <pc:sldMkLst>
          <pc:docMk/>
          <pc:sldMk cId="592246257" sldId="1149"/>
        </pc:sldMkLst>
      </pc:sldChg>
      <pc:sldChg chg="addSp modSp new del mod ord">
        <pc:chgData name="Marcel van Oijen" userId="535b5bdf4c23b207" providerId="LiveId" clId="{F83B5A90-60BD-FF44-9A8B-5383BFE0F9ED}" dt="2025-06-02T10:02:14.208" v="1668" actId="2696"/>
        <pc:sldMkLst>
          <pc:docMk/>
          <pc:sldMk cId="1994293772" sldId="1149"/>
        </pc:sldMkLst>
      </pc:sldChg>
      <pc:sldChg chg="addSp delSp modSp new mod delAnim modAnim">
        <pc:chgData name="Marcel van Oijen" userId="535b5bdf4c23b207" providerId="LiveId" clId="{F83B5A90-60BD-FF44-9A8B-5383BFE0F9ED}" dt="2025-06-04T11:31:23.949" v="4473"/>
        <pc:sldMkLst>
          <pc:docMk/>
          <pc:sldMk cId="2983775563" sldId="1150"/>
        </pc:sldMkLst>
      </pc:sldChg>
      <pc:sldChg chg="addSp delSp modSp new mod ord modAnim">
        <pc:chgData name="Marcel van Oijen" userId="535b5bdf4c23b207" providerId="LiveId" clId="{F83B5A90-60BD-FF44-9A8B-5383BFE0F9ED}" dt="2025-06-04T11:33:12.077" v="4474" actId="20578"/>
        <pc:sldMkLst>
          <pc:docMk/>
          <pc:sldMk cId="2566436409" sldId="1151"/>
        </pc:sldMkLst>
      </pc:sldChg>
      <pc:sldChg chg="addSp delSp modSp new mod">
        <pc:chgData name="Marcel van Oijen" userId="535b5bdf4c23b207" providerId="LiveId" clId="{F83B5A90-60BD-FF44-9A8B-5383BFE0F9ED}" dt="2025-06-02T11:27:36.787" v="2535" actId="14100"/>
        <pc:sldMkLst>
          <pc:docMk/>
          <pc:sldMk cId="3595751103" sldId="1152"/>
        </pc:sldMkLst>
      </pc:sldChg>
      <pc:sldChg chg="addSp modSp new mod">
        <pc:chgData name="Marcel van Oijen" userId="535b5bdf4c23b207" providerId="LiveId" clId="{F83B5A90-60BD-FF44-9A8B-5383BFE0F9ED}" dt="2025-06-02T11:44:00.703" v="2714" actId="1036"/>
        <pc:sldMkLst>
          <pc:docMk/>
          <pc:sldMk cId="1811603852" sldId="1153"/>
        </pc:sldMkLst>
      </pc:sldChg>
      <pc:sldChg chg="addSp delSp modSp add mod">
        <pc:chgData name="Marcel van Oijen" userId="535b5bdf4c23b207" providerId="LiveId" clId="{F83B5A90-60BD-FF44-9A8B-5383BFE0F9ED}" dt="2025-06-04T10:31:15.267" v="4323" actId="20577"/>
        <pc:sldMkLst>
          <pc:docMk/>
          <pc:sldMk cId="1707468946" sldId="1154"/>
        </pc:sldMkLst>
      </pc:sldChg>
      <pc:sldChg chg="addSp delSp modSp new mod modAnim">
        <pc:chgData name="Marcel van Oijen" userId="535b5bdf4c23b207" providerId="LiveId" clId="{F83B5A90-60BD-FF44-9A8B-5383BFE0F9ED}" dt="2025-06-02T15:26:43.644" v="3763"/>
        <pc:sldMkLst>
          <pc:docMk/>
          <pc:sldMk cId="1723620061" sldId="1155"/>
        </pc:sldMkLst>
      </pc:sldChg>
      <pc:sldChg chg="addSp delSp modSp add mod ord delAnim modAnim">
        <pc:chgData name="Marcel van Oijen" userId="535b5bdf4c23b207" providerId="LiveId" clId="{F83B5A90-60BD-FF44-9A8B-5383BFE0F9ED}" dt="2025-06-02T15:34:09.233" v="3818" actId="20578"/>
        <pc:sldMkLst>
          <pc:docMk/>
          <pc:sldMk cId="2813921568" sldId="1156"/>
        </pc:sldMkLst>
      </pc:sldChg>
      <pc:sldChg chg="modSp add mod">
        <pc:chgData name="Marcel van Oijen" userId="535b5bdf4c23b207" providerId="LiveId" clId="{F83B5A90-60BD-FF44-9A8B-5383BFE0F9ED}" dt="2025-06-04T16:26:10.756" v="5827" actId="20577"/>
        <pc:sldMkLst>
          <pc:docMk/>
          <pc:sldMk cId="302097910" sldId="1157"/>
        </pc:sldMkLst>
      </pc:sldChg>
      <pc:sldChg chg="addSp delSp modSp new mod ord">
        <pc:chgData name="Marcel van Oijen" userId="535b5bdf4c23b207" providerId="LiveId" clId="{F83B5A90-60BD-FF44-9A8B-5383BFE0F9ED}" dt="2025-06-04T11:07:12.870" v="4426" actId="20578"/>
        <pc:sldMkLst>
          <pc:docMk/>
          <pc:sldMk cId="2577862903" sldId="1158"/>
        </pc:sldMkLst>
      </pc:sldChg>
      <pc:sldChg chg="addSp modSp new mod">
        <pc:chgData name="Marcel van Oijen" userId="535b5bdf4c23b207" providerId="LiveId" clId="{F83B5A90-60BD-FF44-9A8B-5383BFE0F9ED}" dt="2025-06-04T13:54:02.795" v="4699" actId="20577"/>
        <pc:sldMkLst>
          <pc:docMk/>
          <pc:sldMk cId="904399479" sldId="1159"/>
        </pc:sldMkLst>
      </pc:sldChg>
      <pc:sldChg chg="addSp modSp new mod">
        <pc:chgData name="Marcel van Oijen" userId="535b5bdf4c23b207" providerId="LiveId" clId="{F83B5A90-60BD-FF44-9A8B-5383BFE0F9ED}" dt="2025-06-04T14:43:03.216" v="4741" actId="1076"/>
        <pc:sldMkLst>
          <pc:docMk/>
          <pc:sldMk cId="3487001267" sldId="1160"/>
        </pc:sldMkLst>
      </pc:sldChg>
      <pc:sldChg chg="addSp delSp modSp new mod">
        <pc:chgData name="Marcel van Oijen" userId="535b5bdf4c23b207" providerId="LiveId" clId="{F83B5A90-60BD-FF44-9A8B-5383BFE0F9ED}" dt="2025-06-04T15:24:13.178" v="5247" actId="14100"/>
        <pc:sldMkLst>
          <pc:docMk/>
          <pc:sldMk cId="2314187913" sldId="1161"/>
        </pc:sldMkLst>
      </pc:sldChg>
      <pc:sldChg chg="addSp delSp modSp new mod">
        <pc:chgData name="Marcel van Oijen" userId="535b5bdf4c23b207" providerId="LiveId" clId="{F83B5A90-60BD-FF44-9A8B-5383BFE0F9ED}" dt="2025-06-04T15:48:29.189" v="5374" actId="1076"/>
        <pc:sldMkLst>
          <pc:docMk/>
          <pc:sldMk cId="1006099260" sldId="1162"/>
        </pc:sldMkLst>
      </pc:sldChg>
      <pc:sldChg chg="addSp delSp modSp new mod">
        <pc:chgData name="Marcel van Oijen" userId="535b5bdf4c23b207" providerId="LiveId" clId="{F83B5A90-60BD-FF44-9A8B-5383BFE0F9ED}" dt="2025-06-04T16:08:23.332" v="5799" actId="1037"/>
        <pc:sldMkLst>
          <pc:docMk/>
          <pc:sldMk cId="1518495748" sldId="1163"/>
        </pc:sldMkLst>
      </pc:sldChg>
      <pc:sldChg chg="addSp delSp modSp add mod">
        <pc:chgData name="Marcel van Oijen" userId="535b5bdf4c23b207" providerId="LiveId" clId="{F83B5A90-60BD-FF44-9A8B-5383BFE0F9ED}" dt="2025-06-04T16:08:53.349" v="5808" actId="14100"/>
        <pc:sldMkLst>
          <pc:docMk/>
          <pc:sldMk cId="2003750743" sldId="1164"/>
        </pc:sldMkLst>
      </pc:sldChg>
      <pc:sldChg chg="delSp add del mod">
        <pc:chgData name="Marcel van Oijen" userId="535b5bdf4c23b207" providerId="LiveId" clId="{F83B5A90-60BD-FF44-9A8B-5383BFE0F9ED}" dt="2025-06-04T16:01:58.710" v="5550" actId="2696"/>
        <pc:sldMkLst>
          <pc:docMk/>
          <pc:sldMk cId="2490505671" sldId="1164"/>
        </pc:sldMkLst>
      </pc:sldChg>
      <pc:sldChg chg="addSp modSp new mod">
        <pc:chgData name="Marcel van Oijen" userId="535b5bdf4c23b207" providerId="LiveId" clId="{F83B5A90-60BD-FF44-9A8B-5383BFE0F9ED}" dt="2025-06-04T16:32:07.439" v="6203" actId="20577"/>
        <pc:sldMkLst>
          <pc:docMk/>
          <pc:sldMk cId="3343165246" sldId="11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3875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13875"/>
            <a:ext cx="29432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91E017D9-C49B-439F-8CC7-92B379EE20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982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0163" y="0"/>
            <a:ext cx="29162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724400"/>
            <a:ext cx="49911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62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0163" y="9372600"/>
            <a:ext cx="29162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D7D9007-295C-4194-9FEB-99A2238471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1376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6397B-11DB-BE7E-C967-4FA541CE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2AB3F58-A919-1513-E174-4CF17D7D7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1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90CF826-61C4-871D-F167-4A2D444FAB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4EFF584-54F8-44EF-E6B6-FC54D538D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6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D9007-295C-4194-9FEB-99A223847113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356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AD6-E728-477D-4DBC-615AFFE1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DB11106-6794-37EB-CC7B-F461AD870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30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6B4782B-E0D2-A178-4E1D-A56EDA920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7CCAE2F-1F9E-4CE9-1E07-2DB3EBB0B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1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D9007-295C-4194-9FEB-99A223847113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29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BA6C-7F36-D85E-DEF8-B79A8A3BB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AEE94-61B7-EEDC-2965-5DAD73C7A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C3B8E-1E5C-D81F-58F4-26D30A082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19B94-3768-091D-D009-D65F6CC1F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D7D9007-295C-4194-9FEB-99A223847113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780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ED45-81CC-6C8F-D9C3-1D8BF7A5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0CEE3C5-FBD4-86EA-CC99-FF6BCA361D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46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AFF857D-3B8D-801B-AA38-E3C728B19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C4501BB-2E0B-6AC5-58C3-20637E800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30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CA98C-FEF7-C077-7112-B1DCBE8D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EEF14D2-7063-68C8-FCD9-52EFEED23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50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09FE5D8-A3B9-9781-1EA4-22B528646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A77BD8A1-AE5C-9853-7EFD-572AC1374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63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9768-3380-A231-78CD-93A9051D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B8BCD28-27EC-1AC3-6324-33E854E0A1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FF57B-C4E2-45A2-B1E6-D1EBE6520279}" type="slidenum">
              <a:rPr lang="en-GB"/>
              <a:pPr/>
              <a:t>59</a:t>
            </a:fld>
            <a:endParaRPr lang="en-GB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096DA68-2BCF-F43B-210E-553EAA033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DA8F28A-6CB9-78E5-26D7-B40231002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40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8100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1752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rgbClr val="03B1C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71842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 flipV="1">
            <a:off x="685800" y="5737225"/>
            <a:ext cx="1905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smtClean="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/>
              <a:t>April 00</a:t>
            </a:r>
          </a:p>
          <a:p>
            <a:pPr>
              <a:defRPr/>
            </a:pPr>
            <a:endParaRPr lang="en-GB"/>
          </a:p>
        </p:txBody>
      </p:sp>
      <p:pic>
        <p:nvPicPr>
          <p:cNvPr id="1031" name="Picture 7" descr="CEHlogo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 rot="10800000" flipH="1" flipV="1">
            <a:off x="138113" y="6310313"/>
            <a:ext cx="201295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 Unicode MS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 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28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iff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tif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tif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8CA1-C581-4A3A-4FDD-E3E44BA2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666D1B24-A482-D5C3-6E6B-35B98094A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3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Beyond the basic theory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0098CC83-00A2-2D66-C14A-2F6598B31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7F977-92E9-2306-35DB-4DD80B69C8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11F69-049A-87E6-1899-7B0B2142AFEA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7B2937-653A-CA3E-23DE-F2EA73193694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36A63F-7EA3-0D9D-7256-EF76147A4616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32945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3FB2-F73C-724D-BAE0-C2D3FBB4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Extending the PRA to 2 hazardous conditions or more 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B59634-8401-B848-B4C8-359CDAC62229}"/>
              </a:ext>
            </a:extLst>
          </p:cNvPr>
          <p:cNvCxnSpPr>
            <a:cxnSpLocks/>
          </p:cNvCxnSpPr>
          <p:nvPr/>
        </p:nvCxnSpPr>
        <p:spPr bwMode="auto">
          <a:xfrm>
            <a:off x="356152" y="3753433"/>
            <a:ext cx="8439978" cy="52311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D2839FE-6817-1049-A4D8-383D39808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128" y="1060211"/>
            <a:ext cx="3124200" cy="2400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C76172-68DD-4D4B-9D7D-4BAD8974C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90" y="4248358"/>
            <a:ext cx="6475061" cy="196976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1401C31-3477-A144-9160-7FF47C01472B}"/>
              </a:ext>
            </a:extLst>
          </p:cNvPr>
          <p:cNvSpPr/>
          <p:nvPr/>
        </p:nvSpPr>
        <p:spPr bwMode="auto">
          <a:xfrm>
            <a:off x="2677252" y="2792433"/>
            <a:ext cx="1278515" cy="80675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02E456AA-57EE-F84A-8E9E-F872C26466FF}"/>
              </a:ext>
            </a:extLst>
          </p:cNvPr>
          <p:cNvSpPr/>
          <p:nvPr/>
        </p:nvSpPr>
        <p:spPr bwMode="auto">
          <a:xfrm>
            <a:off x="3268549" y="3397188"/>
            <a:ext cx="275772" cy="558248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79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3FB2-F73C-724D-BAE0-C2D3FBB4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Extending the PRA to 2 hazardous conditions or more 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B59634-8401-B848-B4C8-359CDAC62229}"/>
              </a:ext>
            </a:extLst>
          </p:cNvPr>
          <p:cNvCxnSpPr>
            <a:cxnSpLocks/>
          </p:cNvCxnSpPr>
          <p:nvPr/>
        </p:nvCxnSpPr>
        <p:spPr bwMode="auto">
          <a:xfrm>
            <a:off x="356152" y="3753433"/>
            <a:ext cx="8439978" cy="52311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D2839FE-6817-1049-A4D8-383D39808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128" y="1060211"/>
            <a:ext cx="3124200" cy="24003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E5344E1-05E5-D447-830C-21FB25E72FF5}"/>
              </a:ext>
            </a:extLst>
          </p:cNvPr>
          <p:cNvSpPr/>
          <p:nvPr/>
        </p:nvSpPr>
        <p:spPr bwMode="auto">
          <a:xfrm>
            <a:off x="3879536" y="2744108"/>
            <a:ext cx="2312535" cy="81469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44CE2AB-AF1A-234C-890A-6921A4AD0FBD}"/>
              </a:ext>
            </a:extLst>
          </p:cNvPr>
          <p:cNvSpPr/>
          <p:nvPr/>
        </p:nvSpPr>
        <p:spPr bwMode="auto">
          <a:xfrm>
            <a:off x="5035803" y="3460511"/>
            <a:ext cx="238249" cy="509083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0AA941-2885-354C-BD1E-1589A0988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788" y="4098666"/>
            <a:ext cx="4074528" cy="2568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070596-AA87-8D43-AACA-E47CDC5335E1}"/>
              </a:ext>
            </a:extLst>
          </p:cNvPr>
          <p:cNvSpPr txBox="1"/>
          <p:nvPr/>
        </p:nvSpPr>
        <p:spPr>
          <a:xfrm>
            <a:off x="834887" y="4601817"/>
            <a:ext cx="2286000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Drought level (or category)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AB955F-447A-4F4F-8894-179C0467F0EE}"/>
              </a:ext>
            </a:extLst>
          </p:cNvPr>
          <p:cNvSpPr txBox="1"/>
          <p:nvPr/>
        </p:nvSpPr>
        <p:spPr>
          <a:xfrm>
            <a:off x="834887" y="5797789"/>
            <a:ext cx="2286000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Drought level (or category)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292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6A56-C68D-6979-1E59-C6177059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0817E-5087-A9E8-E06F-ED884F48E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18"/>
          <a:stretch>
            <a:fillRect/>
          </a:stretch>
        </p:blipFill>
        <p:spPr>
          <a:xfrm>
            <a:off x="500931" y="978008"/>
            <a:ext cx="5939625" cy="1238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5ADA76-59CD-45F1-3D6F-DDD4A6EE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603" y="2261289"/>
            <a:ext cx="4587902" cy="258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8D9586-475D-7214-0F8A-0BBCE8411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31" y="4641982"/>
            <a:ext cx="2068720" cy="188004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5393AB7-C422-A516-FCD6-45AD57666590}"/>
              </a:ext>
            </a:extLst>
          </p:cNvPr>
          <p:cNvGrpSpPr/>
          <p:nvPr/>
        </p:nvGrpSpPr>
        <p:grpSpPr>
          <a:xfrm>
            <a:off x="1319917" y="2416289"/>
            <a:ext cx="2774993" cy="2004640"/>
            <a:chOff x="1319917" y="2416289"/>
            <a:chExt cx="2774993" cy="200464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D7F9CEF-550E-B148-AD50-E82A5800F029}"/>
                </a:ext>
              </a:extLst>
            </p:cNvPr>
            <p:cNvCxnSpPr/>
            <p:nvPr/>
          </p:nvCxnSpPr>
          <p:spPr bwMode="auto">
            <a:xfrm>
              <a:off x="1319917" y="2416289"/>
              <a:ext cx="0" cy="2004640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A54E26-68FE-AC6D-83EC-5C000DE981B8}"/>
                </a:ext>
              </a:extLst>
            </p:cNvPr>
            <p:cNvSpPr txBox="1"/>
            <p:nvPr/>
          </p:nvSpPr>
          <p:spPr>
            <a:xfrm>
              <a:off x="1463039" y="3045352"/>
              <a:ext cx="2631871" cy="1107996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Retrieving total (single-threshold) PRA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62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E199-3839-5A58-EF72-079604D5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US" dirty="0" err="1"/>
              <a:t>PRAm</a:t>
            </a:r>
            <a:r>
              <a:rPr lang="en-US" dirty="0"/>
              <a:t>’: R-function for multi-threshold PRA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C1071-7B26-5014-F5A9-89C272640B02}"/>
              </a:ext>
            </a:extLst>
          </p:cNvPr>
          <p:cNvSpPr txBox="1"/>
          <p:nvPr/>
        </p:nvSpPr>
        <p:spPr>
          <a:xfrm>
            <a:off x="230401" y="701800"/>
            <a:ext cx="8726400" cy="575542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function( x, z,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=-1:1 ) {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         &lt;- length(x)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length(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&lt;- pH &lt;- V &lt;- R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rep(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NA,n_thr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         &lt;- vector("list",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H[[1]]    &lt;- which( x &lt;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)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&lt;- length(H[[1]])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2:n_thr) { 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 &lt;- which(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[i-1] &lt;= x &amp; x &lt;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&lt;- length(H[[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]]) }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&lt;- n - sum(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which( x &lt;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endParaRPr 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pH       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n     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&lt;- sqrt( pH*(1-pH) / n 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&lt;- mean( z[-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s_Ez_notH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sqrt( var(z[-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) /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  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1:n_thr) {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&lt;- mean( z[ 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s_Ez_Hi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sqrt( var(z[ 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 /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V[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  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endParaRPr 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 &lt;- sqrt( s_Ez_notH^2 + s_Ez_Hi^2 ) }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         &lt;- pH * V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&lt;- sqrt( s_pH^2 * s_V^2 + s_pH^2 * V^2 + pH^2 * s_V^2 )</a:t>
            </a:r>
          </a:p>
          <a:p>
            <a:endParaRPr 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sum(R)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sum(pH) 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endParaRPr 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return( list( sum = c(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),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seq =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pH, V, R,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2FF90-C8B2-388B-9D3B-40BF2CCB6CAC}"/>
              </a:ext>
            </a:extLst>
          </p:cNvPr>
          <p:cNvSpPr txBox="1"/>
          <p:nvPr/>
        </p:nvSpPr>
        <p:spPr>
          <a:xfrm>
            <a:off x="227821" y="706968"/>
            <a:ext cx="8726400" cy="5755422"/>
          </a:xfrm>
          <a:prstGeom prst="rect">
            <a:avLst/>
          </a:prstGeom>
          <a:solidFill>
            <a:schemeClr val="bg1"/>
          </a:solidFill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 x, z,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=-1:1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n         &lt;- length(x) ;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length(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&lt;-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 &lt;- V &lt;- R &lt;-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rep(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NA,n_thr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H         &lt;- vector("list",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H[[1]]    &lt;- which( x 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) 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&lt;- length(H[[1]])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2:n_thr) { 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 &lt;- which(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[i-1] &lt;= x &amp; x &lt;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&lt;- length(H[[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]])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&lt;- n - sum(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which( x 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 n      ;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sqrt( pH*(1-pH) / n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mean( z[-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s_Ez_notH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sqrt( var(z[-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)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1:n_thr) {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&lt;- mean( z[ 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</a:t>
            </a:r>
          </a:p>
          <a:p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s_Ez_Hi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sqrt( var(z[ H[[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 / 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V[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6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endParaRPr lang="en-US" sz="16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sqrt( s_Ez_notH^2 + s_Ez_Hi^2 )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&lt;- pH * V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&lt;- sqrt( s_pH^2 * s_V^2 + s_pH^2 * V^2 + pH^2 * s_V^2 )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sum(R) 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sum(pH) 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return( list( sum = c(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seq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pH, V, R,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573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41A0-43E8-4143-7C8E-C96AC246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AD56-AAC0-9343-8193-49D88BF8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survival data from Germany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36C4B-E3C9-29D7-F60B-F44D7C78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29" y="848519"/>
            <a:ext cx="7772400" cy="5759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91AE24-BFD1-4BF7-168A-48FA2F6ADE82}"/>
              </a:ext>
            </a:extLst>
          </p:cNvPr>
          <p:cNvSpPr txBox="1"/>
          <p:nvPr/>
        </p:nvSpPr>
        <p:spPr>
          <a:xfrm>
            <a:off x="7610168" y="2172932"/>
            <a:ext cx="1465007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Drought-threshold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F209C7-A23A-11B7-90A3-8C103B770E84}"/>
              </a:ext>
            </a:extLst>
          </p:cNvPr>
          <p:cNvCxnSpPr>
            <a:cxnSpLocks/>
            <a:stCxn id="5" idx="1"/>
          </p:cNvCxnSpPr>
          <p:nvPr/>
        </p:nvCxnSpPr>
        <p:spPr bwMode="auto">
          <a:xfrm flipH="1">
            <a:off x="6872748" y="2557653"/>
            <a:ext cx="737420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7319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57671-8FEA-AC97-A7A3-39BFD87A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3" y="864042"/>
            <a:ext cx="7772400" cy="57591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5328CE-0E65-F883-6FF2-B5D0AAF5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survival data from Germany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74D13-EEB7-F6A9-A3F6-36AB4665D981}"/>
              </a:ext>
            </a:extLst>
          </p:cNvPr>
          <p:cNvSpPr txBox="1"/>
          <p:nvPr/>
        </p:nvSpPr>
        <p:spPr>
          <a:xfrm>
            <a:off x="7393858" y="1936956"/>
            <a:ext cx="1681317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Drought-thresholds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9AECEC-E554-2555-ACB7-44C710F11788}"/>
              </a:ext>
            </a:extLst>
          </p:cNvPr>
          <p:cNvCxnSpPr>
            <a:cxnSpLocks/>
          </p:cNvCxnSpPr>
          <p:nvPr/>
        </p:nvCxnSpPr>
        <p:spPr bwMode="auto">
          <a:xfrm flipH="1">
            <a:off x="6872748" y="2154527"/>
            <a:ext cx="521110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B81851-D772-3AEE-E56D-CBCF9293BC05}"/>
              </a:ext>
            </a:extLst>
          </p:cNvPr>
          <p:cNvCxnSpPr>
            <a:cxnSpLocks/>
          </p:cNvCxnSpPr>
          <p:nvPr/>
        </p:nvCxnSpPr>
        <p:spPr bwMode="auto">
          <a:xfrm flipH="1">
            <a:off x="6154994" y="2464244"/>
            <a:ext cx="1238864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A55EAF-006C-479E-2F97-586499B41E8B}"/>
              </a:ext>
            </a:extLst>
          </p:cNvPr>
          <p:cNvSpPr txBox="1"/>
          <p:nvPr/>
        </p:nvSpPr>
        <p:spPr>
          <a:xfrm>
            <a:off x="5262712" y="2677374"/>
            <a:ext cx="683343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D70BC3-1762-9C2D-44B9-2596561E2C82}"/>
              </a:ext>
            </a:extLst>
          </p:cNvPr>
          <p:cNvSpPr txBox="1"/>
          <p:nvPr/>
        </p:nvSpPr>
        <p:spPr>
          <a:xfrm>
            <a:off x="6135330" y="2677374"/>
            <a:ext cx="683343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H2</a:t>
            </a:r>
          </a:p>
        </p:txBody>
      </p:sp>
    </p:spTree>
    <p:extLst>
      <p:ext uri="{BB962C8B-B14F-4D97-AF65-F5344CB8AC3E}">
        <p14:creationId xmlns:p14="http://schemas.microsoft.com/office/powerpoint/2010/main" val="263230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7B78-B2AF-CB05-18FF-0BC295D6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data from Germany: Multi-threshold PRA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B53EA-976F-6F0F-581B-C37F0175AB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618472"/>
            <a:ext cx="7772400" cy="623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0A40-3204-4C05-FA5D-9D37878C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D4C7-6198-B26E-3C56-D7511217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data from Germany: EXERCISE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C62EF-EE63-044F-811D-8F5ABA2E1F68}"/>
              </a:ext>
            </a:extLst>
          </p:cNvPr>
          <p:cNvSpPr txBox="1"/>
          <p:nvPr/>
        </p:nvSpPr>
        <p:spPr>
          <a:xfrm>
            <a:off x="1146953" y="1094949"/>
            <a:ext cx="6373810" cy="92333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800" b="0" dirty="0">
                <a:solidFill>
                  <a:schemeClr val="tx2"/>
                </a:solidFill>
              </a:rPr>
              <a:t>Change code: choose a series of multiple thresholds.</a:t>
            </a:r>
          </a:p>
          <a:p>
            <a:pPr marL="457200" indent="-457200">
              <a:buAutoNum type="arabicPeriod"/>
            </a:pPr>
            <a:endParaRPr lang="en-US" sz="1800" b="0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en-US" sz="1800" b="0" dirty="0">
                <a:solidFill>
                  <a:schemeClr val="tx2"/>
                </a:solidFill>
              </a:rPr>
              <a:t>Discuss limitations of the multiple-threshold-PRA.</a:t>
            </a:r>
          </a:p>
        </p:txBody>
      </p:sp>
    </p:spTree>
    <p:extLst>
      <p:ext uri="{BB962C8B-B14F-4D97-AF65-F5344CB8AC3E}">
        <p14:creationId xmlns:p14="http://schemas.microsoft.com/office/powerpoint/2010/main" val="30209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39E1-9AA3-CDF8-C1C6-24FD6605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9232-CEF4-57A7-5C33-B13C0C4F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data from Germany: EXERCISE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5D4DD-8FF8-6782-79D7-FB03C0265AB8}"/>
              </a:ext>
            </a:extLst>
          </p:cNvPr>
          <p:cNvSpPr txBox="1"/>
          <p:nvPr/>
        </p:nvSpPr>
        <p:spPr>
          <a:xfrm>
            <a:off x="1146953" y="1094949"/>
            <a:ext cx="6373810" cy="2031325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1800" b="0" dirty="0">
                <a:solidFill>
                  <a:schemeClr val="tx2"/>
                </a:solidFill>
              </a:rPr>
              <a:t>Change code: choose a series of multiple thresholds.</a:t>
            </a:r>
          </a:p>
          <a:p>
            <a:pPr marL="457200" indent="-457200">
              <a:buAutoNum type="arabicPeriod"/>
            </a:pPr>
            <a:endParaRPr lang="en-US" sz="1800" b="0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en-US" sz="1800" b="0" dirty="0">
                <a:solidFill>
                  <a:schemeClr val="tx2"/>
                </a:solidFill>
              </a:rPr>
              <a:t>Discuss limitations of the multiple-threshold-PRA. Possible answers: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</a:rPr>
              <a:t>Mostly the same as for the single-threshold PRA.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</a:rPr>
              <a:t>Low n even more critical here?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129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3600-2B06-DEDA-C5B5-1F9C347D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 on a rich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E70F09-3315-E797-13F7-50A53A34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180"/>
          <a:stretch>
            <a:fillRect/>
          </a:stretch>
        </p:blipFill>
        <p:spPr>
          <a:xfrm>
            <a:off x="292514" y="1238864"/>
            <a:ext cx="2229872" cy="4745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C0EF05-39AF-C0D0-C6E9-49D9FA19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043" y="1463783"/>
            <a:ext cx="6100505" cy="452034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59395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6A74-229C-965F-4337-C88B900B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A419-CEC5-7289-48C7-E969175F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single-threshold PRA: Bivariate Gaussian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E571F-2C4D-735C-CE9D-A23766E4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2" y="868191"/>
            <a:ext cx="3424050" cy="6713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079A3A-466C-8E31-07CB-ACEB6BC84865}"/>
              </a:ext>
            </a:extLst>
          </p:cNvPr>
          <p:cNvSpPr txBox="1"/>
          <p:nvPr/>
        </p:nvSpPr>
        <p:spPr>
          <a:xfrm>
            <a:off x="11561197" y="119270"/>
            <a:ext cx="184731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sz="22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980CA-3E98-0602-EC34-1113E3E61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32" y="1890240"/>
            <a:ext cx="3424050" cy="451974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E430A6-887F-104B-8401-6AB1DEF6D44A}"/>
              </a:ext>
            </a:extLst>
          </p:cNvPr>
          <p:cNvCxnSpPr>
            <a:cxnSpLocks/>
          </p:cNvCxnSpPr>
          <p:nvPr/>
        </p:nvCxnSpPr>
        <p:spPr bwMode="auto">
          <a:xfrm>
            <a:off x="4203247" y="1203882"/>
            <a:ext cx="889863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F77919C-AD68-B14E-2083-21900FD33DDC}"/>
              </a:ext>
            </a:extLst>
          </p:cNvPr>
          <p:cNvSpPr txBox="1"/>
          <p:nvPr/>
        </p:nvSpPr>
        <p:spPr>
          <a:xfrm>
            <a:off x="5467541" y="4020449"/>
            <a:ext cx="3264202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rgbClr val="FF0000"/>
                </a:solidFill>
              </a:rPr>
              <a:t>Retrieving total (single-threshold) PRA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3B26C3-4268-CBBF-E98A-FF3951FC0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182" y="868191"/>
            <a:ext cx="3212561" cy="26982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392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6B64-894D-A775-1C56-38DED6DC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distribution: Useful or not?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9988A-8FBF-24A8-C9BD-84562DF0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52"/>
          <a:stretch>
            <a:fillRect/>
          </a:stretch>
        </p:blipFill>
        <p:spPr>
          <a:xfrm>
            <a:off x="468825" y="910665"/>
            <a:ext cx="4761854" cy="288296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605A2-FEFF-4259-8848-9A9AD14B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63" t="-1871" r="15333" b="1871"/>
          <a:stretch>
            <a:fillRect/>
          </a:stretch>
        </p:blipFill>
        <p:spPr>
          <a:xfrm>
            <a:off x="4756698" y="3037668"/>
            <a:ext cx="3918477" cy="331381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816589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E643-AF5D-016B-D71D-53EE8A6D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zero-threshold PRA: nonlinear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E4014-DDB7-C3A2-9F1F-CBFFD0A0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782" y="620412"/>
            <a:ext cx="2340475" cy="1774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9086D-20D1-A682-C90A-BCACB6913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86" y="2486482"/>
            <a:ext cx="2288931" cy="230993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CC1652-BD73-E6E9-BB7E-49715A63C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528" y="2433118"/>
            <a:ext cx="3583094" cy="27159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453387-2C35-9C6E-F96E-C37128A4E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935" y="5068831"/>
            <a:ext cx="1669056" cy="152481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E2D475-01E3-006E-58FD-E29A7288B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939" y="871779"/>
            <a:ext cx="2301604" cy="127473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98083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4B4C-CB8C-8EB4-C795-B73EB3B1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Discretizing a continuous PRA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6C488-2E29-67AF-9149-C99C794B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43" y="2600523"/>
            <a:ext cx="5044419" cy="382366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9B737-73D1-6629-C283-20FEB5BFB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43" y="805191"/>
            <a:ext cx="3246620" cy="1540456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94DA6-8F81-DA7C-D7D5-6B1BCA34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639"/>
          <a:stretch>
            <a:fillRect/>
          </a:stretch>
        </p:blipFill>
        <p:spPr>
          <a:xfrm>
            <a:off x="4809221" y="1966755"/>
            <a:ext cx="4173631" cy="149558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26654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58F1-C917-A840-9EB7-D0627D97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/>
              <a:t>Extending the PRA from 2 risk-components to 3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DF21A5-B4E8-D24A-A722-554F923E4EF8}"/>
              </a:ext>
            </a:extLst>
          </p:cNvPr>
          <p:cNvCxnSpPr/>
          <p:nvPr/>
        </p:nvCxnSpPr>
        <p:spPr bwMode="auto">
          <a:xfrm>
            <a:off x="145174" y="2563910"/>
            <a:ext cx="8853651" cy="13252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D0F53E3-ABA0-1148-8433-DF8439B8B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998" y="718102"/>
            <a:ext cx="3008087" cy="17440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14657C3-F8DE-9F42-8E75-5FB125754248}"/>
              </a:ext>
            </a:extLst>
          </p:cNvPr>
          <p:cNvSpPr/>
          <p:nvPr/>
        </p:nvSpPr>
        <p:spPr bwMode="auto">
          <a:xfrm>
            <a:off x="4647725" y="1580322"/>
            <a:ext cx="1653684" cy="97364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D0E6F3AA-CB45-964D-99B0-279FB181DEDB}"/>
              </a:ext>
            </a:extLst>
          </p:cNvPr>
          <p:cNvSpPr/>
          <p:nvPr/>
        </p:nvSpPr>
        <p:spPr bwMode="auto">
          <a:xfrm>
            <a:off x="5402469" y="2383034"/>
            <a:ext cx="275772" cy="558248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CA10F-6010-994A-A36F-FA0C035D5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610" y="3089601"/>
            <a:ext cx="6084185" cy="1807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1F784A-6056-EC47-A7A4-550E984F538D}"/>
              </a:ext>
            </a:extLst>
          </p:cNvPr>
          <p:cNvSpPr txBox="1"/>
          <p:nvPr/>
        </p:nvSpPr>
        <p:spPr>
          <a:xfrm>
            <a:off x="105784" y="3369287"/>
            <a:ext cx="2621085" cy="1107996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rgbClr val="FF0000"/>
                </a:solidFill>
              </a:rPr>
              <a:t>64 different</a:t>
            </a:r>
          </a:p>
          <a:p>
            <a:pPr algn="r"/>
            <a:r>
              <a:rPr lang="en-US" sz="2200" dirty="0"/>
              <a:t>2-component </a:t>
            </a:r>
            <a:r>
              <a:rPr lang="en-US" sz="2200" dirty="0">
                <a:solidFill>
                  <a:srgbClr val="FF0000"/>
                </a:solidFill>
              </a:rPr>
              <a:t>PRAs</a:t>
            </a:r>
            <a:r>
              <a:rPr lang="en-US" sz="2200" dirty="0"/>
              <a:t> at cell level: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3ECF8-5BB4-6E42-9EB8-7E5A4014A2E0}"/>
              </a:ext>
            </a:extLst>
          </p:cNvPr>
          <p:cNvSpPr txBox="1"/>
          <p:nvPr/>
        </p:nvSpPr>
        <p:spPr>
          <a:xfrm>
            <a:off x="89278" y="5428923"/>
            <a:ext cx="2621085" cy="1107996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rgbClr val="FF0000"/>
                </a:solidFill>
              </a:rPr>
              <a:t>1 single</a:t>
            </a:r>
          </a:p>
          <a:p>
            <a:pPr algn="r"/>
            <a:r>
              <a:rPr lang="en-US" sz="2200" dirty="0"/>
              <a:t>3-component </a:t>
            </a:r>
            <a:r>
              <a:rPr lang="en-US" sz="2200" dirty="0">
                <a:solidFill>
                  <a:srgbClr val="FF0000"/>
                </a:solidFill>
              </a:rPr>
              <a:t>PRA</a:t>
            </a:r>
            <a:r>
              <a:rPr lang="en-US" sz="2200" dirty="0"/>
              <a:t> at regional level: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C3229-B410-2047-927C-47D6047A2727}"/>
              </a:ext>
            </a:extLst>
          </p:cNvPr>
          <p:cNvSpPr txBox="1"/>
          <p:nvPr/>
        </p:nvSpPr>
        <p:spPr>
          <a:xfrm>
            <a:off x="2893610" y="5428923"/>
            <a:ext cx="1133931" cy="76944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P[H] = 0.27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C5995-930C-E343-8028-A3B4BC96E8BC}"/>
              </a:ext>
            </a:extLst>
          </p:cNvPr>
          <p:cNvSpPr txBox="1"/>
          <p:nvPr/>
        </p:nvSpPr>
        <p:spPr>
          <a:xfrm>
            <a:off x="5734443" y="5449111"/>
            <a:ext cx="1133931" cy="76944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V = 0.26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6370A-5719-E347-8177-7B4F7D8C6743}"/>
              </a:ext>
            </a:extLst>
          </p:cNvPr>
          <p:cNvSpPr txBox="1"/>
          <p:nvPr/>
        </p:nvSpPr>
        <p:spPr>
          <a:xfrm>
            <a:off x="4316726" y="5439017"/>
            <a:ext cx="1133931" cy="76944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Q = 37/64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C548B-9C90-384D-AD5D-AFA542435D83}"/>
              </a:ext>
            </a:extLst>
          </p:cNvPr>
          <p:cNvSpPr txBox="1"/>
          <p:nvPr/>
        </p:nvSpPr>
        <p:spPr>
          <a:xfrm>
            <a:off x="7422240" y="5428923"/>
            <a:ext cx="1133931" cy="76944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R = 0.04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14106D-9373-164E-856C-96CCC44DB497}"/>
              </a:ext>
            </a:extLst>
          </p:cNvPr>
          <p:cNvSpPr/>
          <p:nvPr/>
        </p:nvSpPr>
        <p:spPr bwMode="auto">
          <a:xfrm>
            <a:off x="2971322" y="1587579"/>
            <a:ext cx="1653684" cy="973649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152B9015-9450-8849-B7E8-2F47312E66AD}"/>
              </a:ext>
            </a:extLst>
          </p:cNvPr>
          <p:cNvSpPr/>
          <p:nvPr/>
        </p:nvSpPr>
        <p:spPr bwMode="auto">
          <a:xfrm>
            <a:off x="3726066" y="2390291"/>
            <a:ext cx="275772" cy="558248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815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Extension to R = Q p[H]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0028" y="1754660"/>
            <a:ext cx="6277233" cy="584775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R	=		p[H]		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3554" y="1323773"/>
            <a:ext cx="1495168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/>
              <a:t>g m</a:t>
            </a:r>
            <a:r>
              <a:rPr lang="en-GB" sz="2200" baseline="30000"/>
              <a:t>-2</a:t>
            </a:r>
            <a:r>
              <a:rPr lang="en-GB" sz="2200"/>
              <a:t> y</a:t>
            </a:r>
            <a:r>
              <a:rPr lang="en-GB" sz="2200" baseline="30000"/>
              <a:t>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2987" y="1323772"/>
            <a:ext cx="1495168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g m</a:t>
            </a:r>
            <a:r>
              <a:rPr lang="en-GB" sz="2200" baseline="30000" dirty="0"/>
              <a:t>-2</a:t>
            </a:r>
            <a:r>
              <a:rPr lang="en-GB" sz="2200" dirty="0"/>
              <a:t> y</a:t>
            </a:r>
            <a:r>
              <a:rPr lang="en-GB" sz="2200" baseline="30000" dirty="0"/>
              <a:t>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3190" y="1297395"/>
            <a:ext cx="397379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-</a:t>
            </a:r>
            <a:endParaRPr lang="en-GB" sz="2200" baseline="30000" dirty="0"/>
          </a:p>
        </p:txBody>
      </p:sp>
      <p:sp>
        <p:nvSpPr>
          <p:cNvPr id="15" name="Down Arrow 14"/>
          <p:cNvSpPr/>
          <p:nvPr/>
        </p:nvSpPr>
        <p:spPr bwMode="auto">
          <a:xfrm>
            <a:off x="4339769" y="2685147"/>
            <a:ext cx="464457" cy="1059543"/>
          </a:xfrm>
          <a:prstGeom prst="down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380806" y="4059717"/>
            <a:ext cx="6278812" cy="1014093"/>
            <a:chOff x="1308237" y="3551716"/>
            <a:chExt cx="6278812" cy="1014093"/>
          </a:xfrm>
        </p:grpSpPr>
        <p:sp>
          <p:nvSpPr>
            <p:cNvPr id="5" name="TextBox 4"/>
            <p:cNvSpPr txBox="1"/>
            <p:nvPr/>
          </p:nvSpPr>
          <p:spPr>
            <a:xfrm>
              <a:off x="1309816" y="3981034"/>
              <a:ext cx="6277233" cy="584775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200" dirty="0">
                  <a:solidFill>
                    <a:srgbClr val="FF0000"/>
                  </a:solidFill>
                </a:rPr>
                <a:t>R	=	</a:t>
              </a:r>
              <a:r>
                <a:rPr lang="en-GB" sz="3200" dirty="0">
                  <a:solidFill>
                    <a:schemeClr val="accent2"/>
                  </a:solidFill>
                </a:rPr>
                <a:t>Q</a:t>
              </a:r>
              <a:r>
                <a:rPr lang="en-GB" sz="3200" dirty="0">
                  <a:solidFill>
                    <a:srgbClr val="FF0000"/>
                  </a:solidFill>
                </a:rPr>
                <a:t>	p[H]		V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08237" y="3551717"/>
              <a:ext cx="1495168" cy="4308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/>
                <a:t>g y</a:t>
              </a:r>
              <a:r>
                <a:rPr lang="en-GB" sz="2200" baseline="30000"/>
                <a:t>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02302" y="3551716"/>
              <a:ext cx="1495168" cy="4308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g m</a:t>
              </a:r>
              <a:r>
                <a:rPr lang="en-GB" sz="2200" baseline="30000" dirty="0"/>
                <a:t>-2</a:t>
              </a:r>
              <a:r>
                <a:rPr lang="en-GB" sz="2200" dirty="0"/>
                <a:t> y</a:t>
              </a:r>
              <a:r>
                <a:rPr lang="en-GB" sz="2200" baseline="30000" dirty="0"/>
                <a:t>-1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72993" y="3579678"/>
              <a:ext cx="397379" cy="4308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-</a:t>
              </a:r>
              <a:endParaRPr lang="en-GB" sz="2200" baseline="30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52387" y="3579677"/>
              <a:ext cx="1495168" cy="4308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 dirty="0"/>
                <a:t>m</a:t>
              </a:r>
              <a:r>
                <a:rPr lang="en-GB" sz="2200" baseline="30000" dirty="0"/>
                <a:t>2</a:t>
              </a:r>
            </a:p>
          </p:txBody>
        </p:sp>
      </p:grpSp>
      <p:cxnSp>
        <p:nvCxnSpPr>
          <p:cNvPr id="19" name="Straight Arrow Connector 18"/>
          <p:cNvCxnSpPr/>
          <p:nvPr/>
        </p:nvCxnSpPr>
        <p:spPr bwMode="auto">
          <a:xfrm flipH="1" flipV="1">
            <a:off x="3487698" y="5161936"/>
            <a:ext cx="3512" cy="67948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2409076" y="5894172"/>
            <a:ext cx="3657600" cy="707886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solidFill>
                  <a:schemeClr val="accent2"/>
                </a:solidFill>
              </a:rPr>
              <a:t>Q = area (or # individuals) exposed to the risk factor</a:t>
            </a:r>
          </a:p>
        </p:txBody>
      </p:sp>
    </p:spTree>
    <p:extLst>
      <p:ext uri="{BB962C8B-B14F-4D97-AF65-F5344CB8AC3E}">
        <p14:creationId xmlns:p14="http://schemas.microsoft.com/office/powerpoint/2010/main" val="243108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70E6-6D10-B741-6FFF-5FAC8B09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7525"/>
          </a:xfrm>
        </p:spPr>
        <p:txBody>
          <a:bodyPr/>
          <a:lstStyle/>
          <a:p>
            <a:r>
              <a:rPr lang="en-US" dirty="0"/>
              <a:t>Three-component PRA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7DAFF2-6FA8-CB06-69CB-FB0A5914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44" b="56074"/>
          <a:stretch>
            <a:fillRect/>
          </a:stretch>
        </p:blipFill>
        <p:spPr>
          <a:xfrm>
            <a:off x="421033" y="984140"/>
            <a:ext cx="4373931" cy="12161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201FDD-AAF7-2D24-2178-73EFC05D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82" b="7419"/>
          <a:stretch>
            <a:fillRect/>
          </a:stretch>
        </p:blipFill>
        <p:spPr>
          <a:xfrm>
            <a:off x="4818123" y="1073253"/>
            <a:ext cx="4207055" cy="1081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5A18D5-0702-3618-AE28-426A50F3DCCB}"/>
              </a:ext>
            </a:extLst>
          </p:cNvPr>
          <p:cNvSpPr txBox="1"/>
          <p:nvPr/>
        </p:nvSpPr>
        <p:spPr>
          <a:xfrm>
            <a:off x="118822" y="642366"/>
            <a:ext cx="181812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x in year 1:8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EE676-2A09-6D6B-FC27-2542D66F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76" b="57935"/>
          <a:stretch>
            <a:fillRect/>
          </a:stretch>
        </p:blipFill>
        <p:spPr>
          <a:xfrm>
            <a:off x="405534" y="2768292"/>
            <a:ext cx="4352987" cy="1075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F2E4DC-2549-700B-48C2-FAEDC245D4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196" b="8215"/>
          <a:stretch>
            <a:fillRect/>
          </a:stretch>
        </p:blipFill>
        <p:spPr>
          <a:xfrm>
            <a:off x="4767854" y="2753178"/>
            <a:ext cx="4257324" cy="1051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C3F97-6C98-53A3-345D-DE7AC717EEDD}"/>
              </a:ext>
            </a:extLst>
          </p:cNvPr>
          <p:cNvSpPr txBox="1"/>
          <p:nvPr/>
        </p:nvSpPr>
        <p:spPr>
          <a:xfrm>
            <a:off x="118822" y="2404963"/>
            <a:ext cx="180209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z in year 1:8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7CC4A-7A6D-3B27-D6F0-D04B92399195}"/>
              </a:ext>
            </a:extLst>
          </p:cNvPr>
          <p:cNvSpPr txBox="1"/>
          <p:nvPr/>
        </p:nvSpPr>
        <p:spPr>
          <a:xfrm>
            <a:off x="2239159" y="642365"/>
            <a:ext cx="143340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accent2"/>
                </a:solidFill>
              </a:rPr>
              <a:t>thr</a:t>
            </a:r>
            <a:r>
              <a:rPr lang="en-US" sz="2200" dirty="0">
                <a:solidFill>
                  <a:schemeClr val="accent2"/>
                </a:solidFill>
              </a:rPr>
              <a:t> = 0.25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323BBD-5536-7BCF-B25A-1EB1C1E97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53" y="4480200"/>
            <a:ext cx="1910166" cy="14479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0743F9-1F8A-8038-8997-B1C3835E1BAC}"/>
              </a:ext>
            </a:extLst>
          </p:cNvPr>
          <p:cNvSpPr txBox="1"/>
          <p:nvPr/>
        </p:nvSpPr>
        <p:spPr>
          <a:xfrm>
            <a:off x="134852" y="4092202"/>
            <a:ext cx="1276311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2"/>
                </a:solidFill>
              </a:rPr>
              <a:t>Q = 7/16</a:t>
            </a:r>
          </a:p>
        </p:txBody>
      </p:sp>
    </p:spTree>
    <p:extLst>
      <p:ext uri="{BB962C8B-B14F-4D97-AF65-F5344CB8AC3E}">
        <p14:creationId xmlns:p14="http://schemas.microsoft.com/office/powerpoint/2010/main" val="279462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06E5-2EE3-2A41-9DC0-7543F6AD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Three-component PRA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5BBCF-4C7A-7312-8BAD-C2BA68CC4391}"/>
              </a:ext>
            </a:extLst>
          </p:cNvPr>
          <p:cNvSpPr txBox="1"/>
          <p:nvPr/>
        </p:nvSpPr>
        <p:spPr>
          <a:xfrm>
            <a:off x="391332" y="1113256"/>
            <a:ext cx="8361335" cy="418576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PRA3 &lt;- function( x=array(dim=c(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nlon,nlat,n_t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z=array(dim=c(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nlon,nlat,n_t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ns    &lt;- prod( dim(x)[1:2] )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dim(x)[3]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function(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){ sum(x&lt;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.)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apply(x, c(1,2),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siteQ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which(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 0,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 )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dim(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siteQ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)[1]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     &lt;-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nQ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ns ;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s_Q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sqrt( Q*(1-Q) / ns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( 1:n_t, function(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){x[,,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siteQ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]}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( 1:n_t, function(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){z[,,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siteQ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]}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PRAQ  &lt;- PRA( 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c(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pH    &lt;- PRAQ["pH"]   ; V   &lt;- PRAQ["V"]   ; R.Q   &lt;- PRAQ["R"]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PRAQ["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PRAQ["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s_R.Q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PRAQ["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     &lt;- Q * R.Q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&lt;- sqrt( s_Q^2*s_R.Q^2 + s_Q^2*R.Q^2 + Q^2*s_R.Q^2 )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result           &lt;- c(  Q ,  pH ,  V ,  R 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names ( result ) &lt;- c( "Q", "pH", "V", "R",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return( result ) }</a:t>
            </a:r>
          </a:p>
        </p:txBody>
      </p:sp>
    </p:spTree>
    <p:extLst>
      <p:ext uri="{BB962C8B-B14F-4D97-AF65-F5344CB8AC3E}">
        <p14:creationId xmlns:p14="http://schemas.microsoft.com/office/powerpoint/2010/main" val="1418443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BB4-9058-959F-B8B4-67383609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032D8-3D36-6F8B-7D20-3F527709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44" b="56074"/>
          <a:stretch>
            <a:fillRect/>
          </a:stretch>
        </p:blipFill>
        <p:spPr>
          <a:xfrm>
            <a:off x="421033" y="984140"/>
            <a:ext cx="4373931" cy="12161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F2C1FD-6D2C-FC00-F72E-6D153428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82" b="7419"/>
          <a:stretch>
            <a:fillRect/>
          </a:stretch>
        </p:blipFill>
        <p:spPr>
          <a:xfrm>
            <a:off x="4818123" y="1073253"/>
            <a:ext cx="4207055" cy="1081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40D17F-52C8-A04B-0ACB-679125C67460}"/>
              </a:ext>
            </a:extLst>
          </p:cNvPr>
          <p:cNvSpPr txBox="1"/>
          <p:nvPr/>
        </p:nvSpPr>
        <p:spPr>
          <a:xfrm>
            <a:off x="118822" y="642366"/>
            <a:ext cx="181812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x in year 1:8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EE52E-D033-E397-ADB2-98C50A757B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476" b="57935"/>
          <a:stretch>
            <a:fillRect/>
          </a:stretch>
        </p:blipFill>
        <p:spPr>
          <a:xfrm>
            <a:off x="405534" y="2768292"/>
            <a:ext cx="4352987" cy="1075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6C2CFA-093A-F30B-C693-A1586B194D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196" b="8215"/>
          <a:stretch>
            <a:fillRect/>
          </a:stretch>
        </p:blipFill>
        <p:spPr>
          <a:xfrm>
            <a:off x="4767854" y="2753178"/>
            <a:ext cx="4257324" cy="1051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3C740F-D6B8-238B-F0BE-403FA3497674}"/>
              </a:ext>
            </a:extLst>
          </p:cNvPr>
          <p:cNvSpPr txBox="1"/>
          <p:nvPr/>
        </p:nvSpPr>
        <p:spPr>
          <a:xfrm>
            <a:off x="118822" y="2404963"/>
            <a:ext cx="180209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z in year 1:8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34952-7F9F-65A7-F164-61B1A88A1DF7}"/>
              </a:ext>
            </a:extLst>
          </p:cNvPr>
          <p:cNvSpPr txBox="1"/>
          <p:nvPr/>
        </p:nvSpPr>
        <p:spPr>
          <a:xfrm>
            <a:off x="2239159" y="642365"/>
            <a:ext cx="1433406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accent2"/>
                </a:solidFill>
              </a:rPr>
              <a:t>thr</a:t>
            </a:r>
            <a:r>
              <a:rPr lang="en-US" sz="2200" dirty="0">
                <a:solidFill>
                  <a:schemeClr val="accent2"/>
                </a:solidFill>
              </a:rPr>
              <a:t> = 0.25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3AF041-FE86-5527-2287-3DE3C6217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53" y="4480200"/>
            <a:ext cx="1910166" cy="14479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5DC64F-08AB-3506-4A2A-F6B6875D5C82}"/>
              </a:ext>
            </a:extLst>
          </p:cNvPr>
          <p:cNvSpPr txBox="1"/>
          <p:nvPr/>
        </p:nvSpPr>
        <p:spPr>
          <a:xfrm>
            <a:off x="134852" y="4092202"/>
            <a:ext cx="1276311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2"/>
                </a:solidFill>
              </a:rPr>
              <a:t>Q = 7/16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F5FC2-848C-9299-4474-6E8A8DA71CE4}"/>
              </a:ext>
            </a:extLst>
          </p:cNvPr>
          <p:cNvSpPr txBox="1"/>
          <p:nvPr/>
        </p:nvSpPr>
        <p:spPr>
          <a:xfrm>
            <a:off x="2383274" y="4609860"/>
            <a:ext cx="3056632" cy="584775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Q     pH    V     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0.438 0.268 0.190 0.022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72D56-33DB-999A-B01E-9D8430908817}"/>
              </a:ext>
            </a:extLst>
          </p:cNvPr>
          <p:cNvSpPr txBox="1"/>
          <p:nvPr/>
        </p:nvSpPr>
        <p:spPr>
          <a:xfrm>
            <a:off x="2383272" y="5289085"/>
            <a:ext cx="3056633" cy="584775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0.124 0.059 0.020 0.009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867BA61-0ECD-ED81-2E4B-05A1470D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Three-component PRA</a:t>
            </a:r>
          </a:p>
        </p:txBody>
      </p:sp>
    </p:spTree>
    <p:extLst>
      <p:ext uri="{BB962C8B-B14F-4D97-AF65-F5344CB8AC3E}">
        <p14:creationId xmlns:p14="http://schemas.microsoft.com/office/powerpoint/2010/main" val="211058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FC35-C371-3B37-BD57-77A40472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Three-component PRA Scotland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A2452-4B3D-A717-7D63-55DB319A7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46" y="759416"/>
            <a:ext cx="7511916" cy="575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31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5CE20-C7CF-1280-10C3-39FCE5BF9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4D97-742F-7E8D-1959-6C123772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Hazardousness can be complicated !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7DFD8-65CC-4327-CA3F-416943643845}"/>
              </a:ext>
            </a:extLst>
          </p:cNvPr>
          <p:cNvSpPr txBox="1"/>
          <p:nvPr/>
        </p:nvSpPr>
        <p:spPr>
          <a:xfrm>
            <a:off x="596684" y="1022888"/>
            <a:ext cx="7074977" cy="1107996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FF0000"/>
                </a:solidFill>
              </a:rPr>
              <a:t>More than 1</a:t>
            </a:r>
            <a:r>
              <a:rPr lang="en-US" sz="2200" b="0" dirty="0">
                <a:solidFill>
                  <a:schemeClr val="tx2"/>
                </a:solidFill>
              </a:rPr>
              <a:t> relevant hazard 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Effects that depend on </a:t>
            </a:r>
            <a:r>
              <a:rPr lang="en-US" sz="2200" b="0" dirty="0">
                <a:solidFill>
                  <a:srgbClr val="FF0000"/>
                </a:solidFill>
              </a:rPr>
              <a:t>hazard time-scale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Effects that depend on </a:t>
            </a:r>
            <a:r>
              <a:rPr lang="en-US" sz="2200" b="0" dirty="0">
                <a:solidFill>
                  <a:srgbClr val="FF0000"/>
                </a:solidFill>
              </a:rPr>
              <a:t>hazard spatial distribution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742F3-0542-D61D-86DA-8107891C677A}"/>
              </a:ext>
            </a:extLst>
          </p:cNvPr>
          <p:cNvSpPr txBox="1"/>
          <p:nvPr/>
        </p:nvSpPr>
        <p:spPr>
          <a:xfrm>
            <a:off x="594103" y="2430648"/>
            <a:ext cx="7077558" cy="246221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0" u="sng" dirty="0">
                <a:solidFill>
                  <a:schemeClr val="tx2"/>
                </a:solidFill>
              </a:rPr>
              <a:t>Hazard modelling</a:t>
            </a:r>
            <a:r>
              <a:rPr lang="en-US" sz="2200" b="0" dirty="0">
                <a:solidFill>
                  <a:schemeClr val="tx2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Fault-tree analysis (FTA)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Graphical modelling for p[H] or { p[ H</a:t>
            </a:r>
            <a:r>
              <a:rPr lang="en-US" sz="2200" b="0" baseline="-25000" dirty="0">
                <a:solidFill>
                  <a:schemeClr val="tx2"/>
                </a:solidFill>
              </a:rPr>
              <a:t>1</a:t>
            </a:r>
            <a:r>
              <a:rPr lang="en-US" sz="2200" b="0" dirty="0">
                <a:solidFill>
                  <a:schemeClr val="tx2"/>
                </a:solidFill>
              </a:rPr>
              <a:t>, .. ,</a:t>
            </a:r>
            <a:r>
              <a:rPr lang="en-US" sz="2200" b="0" dirty="0" err="1">
                <a:solidFill>
                  <a:schemeClr val="tx2"/>
                </a:solidFill>
              </a:rPr>
              <a:t>H</a:t>
            </a:r>
            <a:r>
              <a:rPr lang="en-US" sz="2200" b="0" baseline="-25000" dirty="0" err="1">
                <a:solidFill>
                  <a:schemeClr val="tx2"/>
                </a:solidFill>
              </a:rPr>
              <a:t>n</a:t>
            </a:r>
            <a:r>
              <a:rPr lang="en-US" sz="2200" b="0" dirty="0">
                <a:solidFill>
                  <a:schemeClr val="tx2"/>
                </a:solidFill>
              </a:rPr>
              <a:t> ] 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Copulas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Extreme-value theory, Generalized extreme value distributions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 err="1">
                <a:solidFill>
                  <a:schemeClr val="tx2"/>
                </a:solidFill>
              </a:rPr>
              <a:t>Trivariate</a:t>
            </a:r>
            <a:r>
              <a:rPr lang="en-US" sz="2200" b="0" dirty="0">
                <a:solidFill>
                  <a:schemeClr val="tx2"/>
                </a:solidFill>
              </a:rPr>
              <a:t> Gaussian p[x</a:t>
            </a:r>
            <a:r>
              <a:rPr lang="en-US" sz="2200" b="0" baseline="-25000" dirty="0">
                <a:solidFill>
                  <a:schemeClr val="tx2"/>
                </a:solidFill>
              </a:rPr>
              <a:t>1</a:t>
            </a:r>
            <a:r>
              <a:rPr lang="en-US" sz="2200" b="0" dirty="0">
                <a:solidFill>
                  <a:schemeClr val="tx2"/>
                </a:solidFill>
              </a:rPr>
              <a:t>,x</a:t>
            </a:r>
            <a:r>
              <a:rPr lang="en-US" sz="2200" b="0" baseline="-25000" dirty="0">
                <a:solidFill>
                  <a:schemeClr val="tx2"/>
                </a:solidFill>
              </a:rPr>
              <a:t>2</a:t>
            </a:r>
            <a:r>
              <a:rPr lang="en-US" sz="2200" b="0" dirty="0">
                <a:solidFill>
                  <a:schemeClr val="tx2"/>
                </a:solidFill>
              </a:rPr>
              <a:t>,z] generally too simple …</a:t>
            </a:r>
          </a:p>
        </p:txBody>
      </p:sp>
    </p:spTree>
    <p:extLst>
      <p:ext uri="{BB962C8B-B14F-4D97-AF65-F5344CB8AC3E}">
        <p14:creationId xmlns:p14="http://schemas.microsoft.com/office/powerpoint/2010/main" val="23799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A00A-C42C-E0C0-B275-83DEC066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Liu et al. (2020). </a:t>
            </a:r>
            <a:r>
              <a:rPr lang="en-US" sz="1200" dirty="0"/>
              <a:t>A new risk probability calculation method for urban ecological risk assessment</a:t>
            </a:r>
          </a:p>
        </p:txBody>
      </p:sp>
      <p:pic>
        <p:nvPicPr>
          <p:cNvPr id="4" name="Picture 3" descr="A group of colorful maps&#10;&#10;AI-generated content may be incorrect.">
            <a:extLst>
              <a:ext uri="{FF2B5EF4-FFF2-40B4-BE49-F238E27FC236}">
                <a16:creationId xmlns:a16="http://schemas.microsoft.com/office/drawing/2014/main" id="{C9766CA3-823F-63A0-5DA8-0548F0E908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1804616"/>
            <a:ext cx="7772400" cy="4612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1D737-9809-6C58-2235-83A687100174}"/>
              </a:ext>
            </a:extLst>
          </p:cNvPr>
          <p:cNvSpPr txBox="1"/>
          <p:nvPr/>
        </p:nvSpPr>
        <p:spPr>
          <a:xfrm>
            <a:off x="5906193" y="672505"/>
            <a:ext cx="2552007" cy="707886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Joint distribution formed by copula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D6FDA-3CB6-153A-9454-9425EA169F7F}"/>
              </a:ext>
            </a:extLst>
          </p:cNvPr>
          <p:cNvSpPr txBox="1"/>
          <p:nvPr/>
        </p:nvSpPr>
        <p:spPr>
          <a:xfrm>
            <a:off x="1438104" y="672505"/>
            <a:ext cx="3873731" cy="707886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Two marginal hazard distributions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0FD0288-7894-2919-0CAA-B9B51D087193}"/>
              </a:ext>
            </a:extLst>
          </p:cNvPr>
          <p:cNvSpPr/>
          <p:nvPr/>
        </p:nvSpPr>
        <p:spPr bwMode="auto">
          <a:xfrm rot="16200000">
            <a:off x="3206122" y="-816488"/>
            <a:ext cx="296130" cy="4813069"/>
          </a:xfrm>
          <a:prstGeom prst="rightBrace">
            <a:avLst>
              <a:gd name="adj1" fmla="val 0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399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 for heatwaves (</a:t>
            </a:r>
            <a:r>
              <a:rPr lang="en-GB" dirty="0" err="1"/>
              <a:t>thr</a:t>
            </a:r>
            <a:r>
              <a:rPr lang="en-GB" dirty="0"/>
              <a:t> = 30</a:t>
            </a:r>
            <a:r>
              <a:rPr lang="en-GB" dirty="0">
                <a:sym typeface="Symbol" panose="05050102010706020507" pitchFamily="18" charset="2"/>
              </a:rPr>
              <a:t></a:t>
            </a:r>
            <a:r>
              <a:rPr lang="en-GB" dirty="0"/>
              <a:t>C) as f(mean(T),</a:t>
            </a:r>
            <a:r>
              <a:rPr lang="en-GB" dirty="0" err="1"/>
              <a:t>sd</a:t>
            </a:r>
            <a:r>
              <a:rPr lang="en-GB" dirty="0"/>
              <a:t>(T))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70" y="981797"/>
            <a:ext cx="7030995" cy="559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8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3F14-C378-4DFB-DD23-D540BD07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Chen et al. (2020).</a:t>
            </a:r>
            <a:r>
              <a:rPr lang="en-US" sz="1100" dirty="0"/>
              <a:t> The collapse points of increasing trend of vegetation rain-use efficiency under droughts</a:t>
            </a:r>
          </a:p>
        </p:txBody>
      </p:sp>
      <p:pic>
        <p:nvPicPr>
          <p:cNvPr id="4" name="Picture 3" descr="A graph and diagram of a graph&#10;&#10;AI-generated content may be incorrect.">
            <a:extLst>
              <a:ext uri="{FF2B5EF4-FFF2-40B4-BE49-F238E27FC236}">
                <a16:creationId xmlns:a16="http://schemas.microsoft.com/office/drawing/2014/main" id="{D0BD42D4-FC51-BC28-DA39-7164D8781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78" y="1467122"/>
            <a:ext cx="8874862" cy="35620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0F663-14BF-7DB7-57E8-DC08894D9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9404" y="690293"/>
            <a:ext cx="3371836" cy="27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01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BE89-BDBD-E74E-D01E-7A44F96C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8393"/>
          </a:xfrm>
        </p:spPr>
        <p:txBody>
          <a:bodyPr/>
          <a:lstStyle/>
          <a:p>
            <a:pPr algn="r"/>
            <a:r>
              <a:rPr lang="en-US" dirty="0"/>
              <a:t>Chatzopoulos et al. (2021).</a:t>
            </a:r>
            <a:r>
              <a:rPr lang="en-US" sz="1200" dirty="0"/>
              <a:t> Potential impacts of concurrent and recurrent climate extremes on the global food system by 2030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4BAF9-C052-A6BD-BDE1-703331EC1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973" y="1148542"/>
            <a:ext cx="2886017" cy="244751"/>
          </a:xfrm>
          <a:prstGeom prst="rect">
            <a:avLst/>
          </a:prstGeom>
        </p:spPr>
      </p:pic>
      <p:pic>
        <p:nvPicPr>
          <p:cNvPr id="6" name="Picture 5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67EC8AC5-4449-64D5-8BB3-A3DA9A5C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59" y="1645487"/>
            <a:ext cx="8560942" cy="2203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528A6-2CB8-06BA-EF16-BB2D84C2B748}"/>
              </a:ext>
            </a:extLst>
          </p:cNvPr>
          <p:cNvSpPr txBox="1"/>
          <p:nvPr/>
        </p:nvSpPr>
        <p:spPr>
          <a:xfrm>
            <a:off x="382385" y="5070763"/>
            <a:ext cx="4239492" cy="76944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Concurrent climate extremes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/>
              <a:t>Recurrent climate extremes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69E5A-1A9B-4022-28B3-61FFD0363E7A}"/>
              </a:ext>
            </a:extLst>
          </p:cNvPr>
          <p:cNvSpPr txBox="1"/>
          <p:nvPr/>
        </p:nvSpPr>
        <p:spPr>
          <a:xfrm>
            <a:off x="5020888" y="5070762"/>
            <a:ext cx="3905814" cy="76944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0" i="1" dirty="0" err="1">
                <a:solidFill>
                  <a:srgbClr val="FF0000"/>
                </a:solidFill>
              </a:rPr>
              <a:t>V</a:t>
            </a:r>
            <a:r>
              <a:rPr lang="en-US" sz="2200" b="0" i="1" baseline="-25000" dirty="0" err="1">
                <a:solidFill>
                  <a:srgbClr val="FF0000"/>
                </a:solidFill>
              </a:rPr>
              <a:t>glob</a:t>
            </a:r>
            <a:r>
              <a:rPr lang="en-US" sz="2200" b="0" i="1" dirty="0">
                <a:solidFill>
                  <a:srgbClr val="FF0000"/>
                </a:solidFill>
              </a:rPr>
              <a:t> = f(spatial </a:t>
            </a:r>
            <a:r>
              <a:rPr lang="en-US" sz="2200" b="0" i="1" dirty="0" err="1">
                <a:solidFill>
                  <a:srgbClr val="FF0000"/>
                </a:solidFill>
              </a:rPr>
              <a:t>distrib</a:t>
            </a:r>
            <a:r>
              <a:rPr lang="en-US" sz="2200" b="0" i="1" dirty="0">
                <a:solidFill>
                  <a:srgbClr val="FF0000"/>
                </a:solidFill>
              </a:rPr>
              <a:t>. of H)</a:t>
            </a:r>
          </a:p>
          <a:p>
            <a:r>
              <a:rPr lang="en-US" sz="2200" b="0" i="1" dirty="0" err="1">
                <a:solidFill>
                  <a:srgbClr val="FF0000"/>
                </a:solidFill>
              </a:rPr>
              <a:t>V</a:t>
            </a:r>
            <a:r>
              <a:rPr lang="en-US" sz="2200" b="0" i="1" baseline="-25000" dirty="0" err="1">
                <a:solidFill>
                  <a:srgbClr val="FF0000"/>
                </a:solidFill>
              </a:rPr>
              <a:t>glob</a:t>
            </a:r>
            <a:r>
              <a:rPr lang="en-US" sz="2200" b="0" i="1" dirty="0">
                <a:solidFill>
                  <a:srgbClr val="FF0000"/>
                </a:solidFill>
              </a:rPr>
              <a:t> = f(temporal </a:t>
            </a:r>
            <a:r>
              <a:rPr lang="en-US" sz="2200" b="0" i="1" dirty="0" err="1">
                <a:solidFill>
                  <a:srgbClr val="FF0000"/>
                </a:solidFill>
              </a:rPr>
              <a:t>distrib</a:t>
            </a:r>
            <a:r>
              <a:rPr lang="en-US" sz="2200" b="0" i="1" dirty="0">
                <a:solidFill>
                  <a:srgbClr val="FF0000"/>
                </a:solidFill>
              </a:rPr>
              <a:t>. of H)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5FA179-668F-F5F2-79B4-DC2408D3E882}"/>
              </a:ext>
            </a:extLst>
          </p:cNvPr>
          <p:cNvCxnSpPr>
            <a:cxnSpLocks/>
          </p:cNvCxnSpPr>
          <p:nvPr/>
        </p:nvCxnSpPr>
        <p:spPr bwMode="auto">
          <a:xfrm>
            <a:off x="4572000" y="5303520"/>
            <a:ext cx="357447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98A408-CD6F-1DB2-BF39-111A2CBBDD2E}"/>
              </a:ext>
            </a:extLst>
          </p:cNvPr>
          <p:cNvCxnSpPr>
            <a:cxnSpLocks/>
          </p:cNvCxnSpPr>
          <p:nvPr/>
        </p:nvCxnSpPr>
        <p:spPr bwMode="auto">
          <a:xfrm>
            <a:off x="4572000" y="5622175"/>
            <a:ext cx="357447" cy="0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14187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214D-FDFF-4D86-57DD-535A163F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Two-hazard sampling-based PRA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FE7D2-CD9B-0DCD-6D4D-4C8528122C60}"/>
              </a:ext>
            </a:extLst>
          </p:cNvPr>
          <p:cNvSpPr txBox="1"/>
          <p:nvPr/>
        </p:nvSpPr>
        <p:spPr>
          <a:xfrm>
            <a:off x="337088" y="797510"/>
            <a:ext cx="8469824" cy="526297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PRAi &lt;- function(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=c(0,0)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x1     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[,1]  ; x2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[,2] ; z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[,3]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n_c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&lt;- 2^2 - 1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n  &lt;- length(x1)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       &lt;- vector("list",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&lt;-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 &lt;- V &lt;- R &lt;-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rep(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NA,n_c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H[[1]]  &lt;- which(x1 &lt;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&amp; x2 &lt;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&lt;- length(H[[1]])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H[[2]]  &lt;- which(x1 &lt;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&amp; x2 &gt;=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[2] &lt;- length(H[[2]])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H[[3]]  &lt;- which(x1 &gt;=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&amp; x2 &lt;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[3] &lt;- length(H[[3]])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NotH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&lt;- which(x1 &gt;=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&amp; x2 &gt;= </a:t>
            </a:r>
            <a:r>
              <a:rPr lang="en-US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length(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pH     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 n        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&lt;- sqrt( pH*(1-pH) / n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mean( z[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)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s_Ez_NotH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sqrt( var(z[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)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1:n_c)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      mean( z[ H[[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]] ]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s_Ez_Hi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sqrt( var ( z[ H[[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]] ] )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  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Ez_NotH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Ez_Hi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 &lt;- sqrt( s_Ez_NotH^2 + s_Ez_Hi^2 )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       &lt;- pH * V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&lt;- sqrt( s_pH^2 * s_V^2 + s_pH^2 * V^2 + pH^2 * s_V^2  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sum(R)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sum(pH) 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return( list( sum = c(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cat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( 1:3, pH, V, R,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 ) ) }</a:t>
            </a:r>
          </a:p>
        </p:txBody>
      </p:sp>
    </p:spTree>
    <p:extLst>
      <p:ext uri="{BB962C8B-B14F-4D97-AF65-F5344CB8AC3E}">
        <p14:creationId xmlns:p14="http://schemas.microsoft.com/office/powerpoint/2010/main" val="498040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8C41-0F58-EFB7-A287-9DD47817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Two-hazard PRA (</a:t>
            </a:r>
            <a:r>
              <a:rPr lang="en-US" dirty="0" err="1"/>
              <a:t>Trivariate</a:t>
            </a:r>
            <a:r>
              <a:rPr lang="en-US" dirty="0"/>
              <a:t> Gaussian example)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E5857-0389-965A-336A-436398CE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66" y="1077133"/>
            <a:ext cx="5017578" cy="37631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982ADF-20C8-82FB-9BF6-0DB373D9279B}"/>
              </a:ext>
            </a:extLst>
          </p:cNvPr>
          <p:cNvSpPr txBox="1"/>
          <p:nvPr/>
        </p:nvSpPr>
        <p:spPr>
          <a:xfrm>
            <a:off x="6685582" y="2307670"/>
            <a:ext cx="1892730" cy="64633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1.000 0.499  0.493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0.499 1.000  0.519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0.493 0.519  1.000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281BA-6973-770E-F1EC-754D26EBC44A}"/>
              </a:ext>
            </a:extLst>
          </p:cNvPr>
          <p:cNvSpPr txBox="1"/>
          <p:nvPr/>
        </p:nvSpPr>
        <p:spPr>
          <a:xfrm>
            <a:off x="6685582" y="1415207"/>
            <a:ext cx="1892730" cy="27699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0.006 0.001 -0.024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A253B-E418-7D0C-8894-1535FD468C34}"/>
              </a:ext>
            </a:extLst>
          </p:cNvPr>
          <p:cNvSpPr txBox="1"/>
          <p:nvPr/>
        </p:nvSpPr>
        <p:spPr>
          <a:xfrm>
            <a:off x="6685582" y="1077133"/>
            <a:ext cx="1892730" cy="338554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accent2"/>
                </a:solidFill>
              </a:rPr>
              <a:t>Mean vector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B6529-3A0E-F70D-D485-06DE2BBE214F}"/>
              </a:ext>
            </a:extLst>
          </p:cNvPr>
          <p:cNvSpPr txBox="1"/>
          <p:nvPr/>
        </p:nvSpPr>
        <p:spPr>
          <a:xfrm>
            <a:off x="6683000" y="1973444"/>
            <a:ext cx="1892730" cy="338554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accent2"/>
                </a:solidFill>
              </a:rPr>
              <a:t>Covariance matrix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6933A-4DA1-68CB-10B2-34E6E9F58FB7}"/>
              </a:ext>
            </a:extLst>
          </p:cNvPr>
          <p:cNvSpPr txBox="1"/>
          <p:nvPr/>
        </p:nvSpPr>
        <p:spPr>
          <a:xfrm>
            <a:off x="1808783" y="683410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x</a:t>
            </a:r>
            <a:r>
              <a:rPr lang="en-US" sz="1600" b="0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F50BE-7CD3-AE6F-9569-693142E9D683}"/>
              </a:ext>
            </a:extLst>
          </p:cNvPr>
          <p:cNvSpPr txBox="1"/>
          <p:nvPr/>
        </p:nvSpPr>
        <p:spPr>
          <a:xfrm>
            <a:off x="3171664" y="683410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x</a:t>
            </a:r>
            <a:r>
              <a:rPr lang="en-US" sz="1600" b="0" baseline="-25000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A79E2-ECF6-7B0E-C460-8BCD06F02F68}"/>
              </a:ext>
            </a:extLst>
          </p:cNvPr>
          <p:cNvSpPr txBox="1"/>
          <p:nvPr/>
        </p:nvSpPr>
        <p:spPr>
          <a:xfrm>
            <a:off x="4639806" y="683410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z</a:t>
            </a:r>
            <a:endParaRPr lang="en-US" sz="1600" b="0" baseline="-25000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A6A3D-243E-3EE5-3911-277EE6B7D9E2}"/>
              </a:ext>
            </a:extLst>
          </p:cNvPr>
          <p:cNvSpPr txBox="1"/>
          <p:nvPr/>
        </p:nvSpPr>
        <p:spPr>
          <a:xfrm>
            <a:off x="501754" y="3775626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z</a:t>
            </a:r>
            <a:endParaRPr lang="en-US" sz="1600" b="0" baseline="-25000" dirty="0">
              <a:solidFill>
                <a:schemeClr val="accent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0E1E7-F8FB-430F-6CCC-1C6DD05431CD}"/>
              </a:ext>
            </a:extLst>
          </p:cNvPr>
          <p:cNvSpPr txBox="1"/>
          <p:nvPr/>
        </p:nvSpPr>
        <p:spPr>
          <a:xfrm>
            <a:off x="464301" y="2832070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x</a:t>
            </a:r>
            <a:r>
              <a:rPr lang="en-US" sz="1600" b="0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A1DBE4-B1BD-E8B1-A875-4C306BBEEF76}"/>
              </a:ext>
            </a:extLst>
          </p:cNvPr>
          <p:cNvSpPr txBox="1"/>
          <p:nvPr/>
        </p:nvSpPr>
        <p:spPr>
          <a:xfrm>
            <a:off x="489486" y="1732301"/>
            <a:ext cx="500466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x</a:t>
            </a:r>
            <a:r>
              <a:rPr lang="en-US" sz="1600" b="0" baseline="-250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B26E4-8DAB-48DF-F672-3D7579D7C477}"/>
              </a:ext>
            </a:extLst>
          </p:cNvPr>
          <p:cNvSpPr txBox="1"/>
          <p:nvPr/>
        </p:nvSpPr>
        <p:spPr>
          <a:xfrm>
            <a:off x="964767" y="5273035"/>
            <a:ext cx="4175505" cy="101566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(xz_G3,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c(0,0)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)$cat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pH     V     R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[1,] 1 0.342 1.226 0.419 0.015 0.071 0.030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[2,] 2 0.160 0.625 0.100 0.012 0.083 0.015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[3,] 3 0.159 0.687 0.109 0.012 0.088 0.016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2098B-7ADF-F17B-3DC2-D77874A9E9AD}"/>
              </a:ext>
            </a:extLst>
          </p:cNvPr>
          <p:cNvSpPr txBox="1"/>
          <p:nvPr/>
        </p:nvSpPr>
        <p:spPr>
          <a:xfrm>
            <a:off x="5392766" y="5273035"/>
            <a:ext cx="2580468" cy="64633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(xz_G3,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c(0,0)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)$sum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V.wsum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0.661  0.951  0.629</a:t>
            </a:r>
          </a:p>
        </p:txBody>
      </p:sp>
    </p:spTree>
    <p:extLst>
      <p:ext uri="{BB962C8B-B14F-4D97-AF65-F5344CB8AC3E}">
        <p14:creationId xmlns:p14="http://schemas.microsoft.com/office/powerpoint/2010/main" val="190414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FC9A-F9AE-3A9C-F613-6C55BB90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AF51E-1662-C334-3B1A-47A3CF1B6765}"/>
              </a:ext>
            </a:extLst>
          </p:cNvPr>
          <p:cNvSpPr txBox="1"/>
          <p:nvPr/>
        </p:nvSpPr>
        <p:spPr>
          <a:xfrm>
            <a:off x="1232115" y="1472340"/>
            <a:ext cx="6679770" cy="132343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set.seed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  &lt;- 1e2</a:t>
            </a:r>
          </a:p>
          <a:p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x1 &lt;-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rbeta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n, 3, 3 ) ; x2 &lt;-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rbeta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n, 3, 3 )</a:t>
            </a:r>
          </a:p>
          <a:p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z  &lt;-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as.integer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x1 &gt;= 0.5 | x2 &gt;= 0.5 )</a:t>
            </a:r>
          </a:p>
          <a:p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x1, x2, z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301B9-7CB9-CFF7-6CFF-E71060A7EF94}"/>
              </a:ext>
            </a:extLst>
          </p:cNvPr>
          <p:cNvSpPr txBox="1"/>
          <p:nvPr/>
        </p:nvSpPr>
        <p:spPr>
          <a:xfrm>
            <a:off x="1216617" y="960897"/>
            <a:ext cx="6679770" cy="43088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2"/>
                </a:solidFill>
              </a:rPr>
              <a:t>Create the following dataset: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E5E8B-645C-96B4-6B6B-B97E24A3215D}"/>
              </a:ext>
            </a:extLst>
          </p:cNvPr>
          <p:cNvSpPr txBox="1"/>
          <p:nvPr/>
        </p:nvSpPr>
        <p:spPr>
          <a:xfrm>
            <a:off x="1232115" y="3242348"/>
            <a:ext cx="6679770" cy="106182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dirty="0">
                <a:solidFill>
                  <a:schemeClr val="tx2"/>
                </a:solidFill>
              </a:rPr>
              <a:t>Study the dataset. R-command: </a:t>
            </a:r>
            <a:r>
              <a:rPr lang="en-US" sz="21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pairs(</a:t>
            </a:r>
            <a:r>
              <a:rPr lang="en-US" sz="21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21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100" b="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dirty="0">
                <a:solidFill>
                  <a:schemeClr val="tx2"/>
                </a:solidFill>
              </a:rPr>
              <a:t>Run </a:t>
            </a:r>
            <a:r>
              <a:rPr lang="en-US" sz="21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PRAi</a:t>
            </a:r>
            <a:r>
              <a:rPr lang="en-US" sz="2100" b="0" dirty="0">
                <a:solidFill>
                  <a:schemeClr val="tx2"/>
                </a:solidFill>
              </a:rPr>
              <a:t> on this dataset using </a:t>
            </a:r>
            <a:r>
              <a:rPr lang="en-US" sz="2100" b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2100" b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=c(0.5,0.5)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dirty="0">
                <a:solidFill>
                  <a:schemeClr val="tx2"/>
                </a:solidFill>
              </a:rPr>
              <a:t>Explain the results, especially for </a:t>
            </a:r>
            <a:r>
              <a:rPr lang="en-US" sz="2100" b="0" dirty="0">
                <a:solidFill>
                  <a:srgbClr val="FF0000"/>
                </a:solidFill>
              </a:rPr>
              <a:t>V</a:t>
            </a:r>
            <a:r>
              <a:rPr lang="en-US" sz="2100" b="0" dirty="0">
                <a:solidFill>
                  <a:schemeClr val="tx2"/>
                </a:solidFill>
              </a:rPr>
              <a:t> and </a:t>
            </a:r>
            <a:r>
              <a:rPr lang="en-US" sz="2100" b="0" dirty="0" err="1">
                <a:solidFill>
                  <a:srgbClr val="FF0000"/>
                </a:solidFill>
              </a:rPr>
              <a:t>s_V</a:t>
            </a:r>
            <a:endParaRPr lang="en-US" sz="2100" b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9D5A7-9470-0D71-A0B7-A7C8553D39F2}"/>
              </a:ext>
            </a:extLst>
          </p:cNvPr>
          <p:cNvSpPr txBox="1"/>
          <p:nvPr/>
        </p:nvSpPr>
        <p:spPr>
          <a:xfrm>
            <a:off x="1232115" y="4517497"/>
            <a:ext cx="6664272" cy="156966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PRAi(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xz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c(0.5,0.5) )$cat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pH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s_pH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s_V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s_R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[1,] 1 0.25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0.25 0.043 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0.043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[2,] 2 0.22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0.00 0.041 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0.000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[3,] 3 0.33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0.00 0.047   </a:t>
            </a:r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939347-47FF-9ED9-58DD-31348604D1FB}"/>
              </a:ext>
            </a:extLst>
          </p:cNvPr>
          <p:cNvSpPr/>
          <p:nvPr/>
        </p:nvSpPr>
        <p:spPr bwMode="auto">
          <a:xfrm>
            <a:off x="449450" y="4416345"/>
            <a:ext cx="7671661" cy="216201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9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35D4-EE33-2783-1610-C87F31E3D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065B7F37-F855-96F2-5444-7D199D072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4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Introduction to BDT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D8FD8A9B-BC49-B50B-50D8-6F9E3A877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87CB0-B213-75E4-193A-2FEE441C27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5EBBD6-2FB7-5E5E-7F9F-17E7A5D08EAD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5711D-84E5-A67B-4023-9E77E7BA8CB8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1566DC-0DD7-FCDC-7E69-26A15B87D1C9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77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643D-30EC-C011-9A62-43AAEE72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Decision Theory (BDT)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C05983-B40F-F87A-24B8-2F003A06D433}"/>
                  </a:ext>
                </a:extLst>
              </p:cNvPr>
              <p:cNvSpPr txBox="1"/>
              <p:nvPr/>
            </p:nvSpPr>
            <p:spPr>
              <a:xfrm>
                <a:off x="453542" y="904250"/>
                <a:ext cx="8046720" cy="5324535"/>
              </a:xfrm>
              <a:prstGeom prst="rect">
                <a:avLst/>
              </a:prstGeom>
              <a:noFill/>
              <a:ln w="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BDT is the application of probability theory to decision making in situations of uncertainty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u="sng" dirty="0">
                    <a:solidFill>
                      <a:schemeClr val="tx2"/>
                    </a:solidFill>
                  </a:rPr>
                  <a:t>Two concepts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: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probability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 &amp;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utility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u="sng" dirty="0">
                    <a:solidFill>
                      <a:schemeClr val="tx2"/>
                    </a:solidFill>
                  </a:rPr>
                  <a:t>Three ingredients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List or continuum of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possible actions a ∈ A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List or continuum of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external conditions x ∈ X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These are uncertain: we have p[x]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A 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utility function u(</a:t>
                </a:r>
                <a:r>
                  <a:rPr lang="en-US" sz="2000" b="0" dirty="0" err="1">
                    <a:solidFill>
                      <a:schemeClr val="accent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accent2"/>
                    </a:solidFill>
                  </a:rPr>
                  <a:t>)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preference: high values of u(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)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decision: action a* that 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maximises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n-US" sz="2000" b="0" dirty="0">
                    <a:solidFill>
                      <a:schemeClr val="tx2"/>
                    </a:solidFill>
                  </a:rPr>
                  <a:t>(a) = E[u(</a:t>
                </a:r>
                <a:r>
                  <a:rPr lang="en-US" sz="2000" b="0" dirty="0" err="1">
                    <a:solidFill>
                      <a:schemeClr val="tx2"/>
                    </a:solidFill>
                  </a:rPr>
                  <a:t>a,x</a:t>
                </a:r>
                <a:r>
                  <a:rPr lang="en-US" sz="2000" b="0" dirty="0">
                    <a:solidFill>
                      <a:schemeClr val="tx2"/>
                    </a:solidFill>
                  </a:rPr>
                  <a:t>)]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BDT is related to but different from PRA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Our examples are of BDT in (forest) management decision-making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We will not discuss other well-known applications of BDT: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Parameter estimation: cost = minus utility = f(estimation error) (Bernardo &amp; Smith 2000)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2"/>
                    </a:solidFill>
                  </a:rPr>
                  <a:t>Causal analysis: causality = impact of intervention on utility (Dawid 2021)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C05983-B40F-F87A-24B8-2F003A06D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42" y="904250"/>
                <a:ext cx="8046720" cy="5324535"/>
              </a:xfrm>
              <a:prstGeom prst="rect">
                <a:avLst/>
              </a:prstGeom>
              <a:blipFill>
                <a:blip r:embed="rId2"/>
                <a:stretch>
                  <a:fillRect l="-630" t="-713" r="-157" b="-713"/>
                </a:stretch>
              </a:blipFill>
              <a:ln w="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FBF2-CD75-4F59-2C44-FEC3DCDB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376A-E8A9-25BA-BBE9-8685C73C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Graphical models: From PRA to BDT</a:t>
            </a:r>
            <a:endParaRPr lang="en-GB" dirty="0"/>
          </a:p>
        </p:txBody>
      </p:sp>
      <p:sp>
        <p:nvSpPr>
          <p:cNvPr id="18436" name="Oval 3">
            <a:extLst>
              <a:ext uri="{FF2B5EF4-FFF2-40B4-BE49-F238E27FC236}">
                <a16:creationId xmlns:a16="http://schemas.microsoft.com/office/drawing/2014/main" id="{4B5E889A-27F4-D7D5-E61A-F13570AA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D57A7292-3BF6-DAC2-067E-89D964A9C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59ABB38D-FCF4-D59B-4948-549BBA152B10}"/>
              </a:ext>
            </a:extLst>
          </p:cNvPr>
          <p:cNvCxnSpPr>
            <a:cxnSpLocks noChangeShapeType="1"/>
            <a:stCxn id="28" idx="0"/>
            <a:endCxn id="18436" idx="4"/>
          </p:cNvCxnSpPr>
          <p:nvPr/>
        </p:nvCxnSpPr>
        <p:spPr bwMode="auto">
          <a:xfrm flipV="1">
            <a:off x="880116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" name="Oval 3">
            <a:extLst>
              <a:ext uri="{FF2B5EF4-FFF2-40B4-BE49-F238E27FC236}">
                <a16:creationId xmlns:a16="http://schemas.microsoft.com/office/drawing/2014/main" id="{7026CEB8-AEFD-BC3A-BA42-7AC5EEA91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0D424C59-2D2A-3AB8-E651-D4E1F7BDE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DF89305D-5C3C-9C88-F880-E553165100B5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3035489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98BF2-95DE-F93D-91DD-FC8ED7AB6882}"/>
              </a:ext>
            </a:extLst>
          </p:cNvPr>
          <p:cNvSpPr txBox="1"/>
          <p:nvPr/>
        </p:nvSpPr>
        <p:spPr>
          <a:xfrm>
            <a:off x="1937992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8448F538-BA2F-32F5-DEFD-D9EF91DAA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31BA1E47-B253-210C-7B95-1E5BD54F55F5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2353314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4CED18-3A64-0F7F-FF76-7737EC93BB7A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3035489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88D66CA9-3A4B-3471-0A21-94C7332A99B2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2145653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8449" name="Rectangle 16">
            <a:extLst>
              <a:ext uri="{FF2B5EF4-FFF2-40B4-BE49-F238E27FC236}">
                <a16:creationId xmlns:a16="http://schemas.microsoft.com/office/drawing/2014/main" id="{C225277E-0A79-7FC4-1AFE-8F2440BF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36" y="5735695"/>
            <a:ext cx="1431153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/>
              <a:t>p[</a:t>
            </a:r>
            <a:r>
              <a:rPr lang="en-GB" altLang="en-US" sz="2000" dirty="0" err="1"/>
              <a:t>x,z</a:t>
            </a:r>
            <a:r>
              <a:rPr lang="en-GB" altLang="en-US" sz="2000" dirty="0"/>
              <a:t>] </a:t>
            </a:r>
            <a:r>
              <a:rPr lang="en-GB" altLang="en-US" sz="2000" b="0" dirty="0"/>
              <a:t>=</a:t>
            </a:r>
          </a:p>
          <a:p>
            <a:pPr algn="r"/>
            <a:r>
              <a:rPr lang="en-GB" altLang="en-US" sz="2000" b="0" dirty="0"/>
              <a:t>p[x] p[</a:t>
            </a:r>
            <a:r>
              <a:rPr lang="en-GB" altLang="en-US" sz="2000" b="0" dirty="0" err="1"/>
              <a:t>z|</a:t>
            </a:r>
            <a:r>
              <a:rPr lang="en-GB" altLang="en-US" sz="2000" b="0" i="1" dirty="0" err="1"/>
              <a:t>x</a:t>
            </a:r>
            <a:r>
              <a:rPr lang="en-GB" altLang="en-US" sz="2000" b="0" dirty="0"/>
              <a:t>]</a:t>
            </a:r>
          </a:p>
        </p:txBody>
      </p:sp>
      <p:sp>
        <p:nvSpPr>
          <p:cNvPr id="18450" name="Rectangle 16">
            <a:extLst>
              <a:ext uri="{FF2B5EF4-FFF2-40B4-BE49-F238E27FC236}">
                <a16:creationId xmlns:a16="http://schemas.microsoft.com/office/drawing/2014/main" id="{6AC690C7-F794-69AD-5A71-D726C53B1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060" y="5735695"/>
            <a:ext cx="2411932" cy="707886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chemeClr val="accent2"/>
                </a:solidFill>
              </a:rPr>
              <a:t>p[</a:t>
            </a:r>
            <a:r>
              <a:rPr lang="en-GB" altLang="en-US" sz="2000" dirty="0" err="1">
                <a:solidFill>
                  <a:schemeClr val="accent2"/>
                </a:solidFill>
              </a:rPr>
              <a:t>x,z,u|a</a:t>
            </a:r>
            <a:r>
              <a:rPr lang="en-GB" altLang="en-US" sz="2000" dirty="0">
                <a:solidFill>
                  <a:schemeClr val="accent2"/>
                </a:solidFill>
              </a:rPr>
              <a:t>] </a:t>
            </a:r>
            <a:r>
              <a:rPr lang="en-GB" altLang="en-US" sz="2000" b="0" dirty="0">
                <a:solidFill>
                  <a:schemeClr val="accent2"/>
                </a:solidFill>
              </a:rPr>
              <a:t>=</a:t>
            </a:r>
          </a:p>
          <a:p>
            <a:pPr algn="r"/>
            <a:r>
              <a:rPr lang="en-GB" altLang="en-US" sz="2000" b="0" dirty="0">
                <a:solidFill>
                  <a:schemeClr val="accent2"/>
                </a:solidFill>
              </a:rPr>
              <a:t>p[x]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z|a,</a:t>
            </a:r>
            <a:r>
              <a:rPr lang="en-GB" altLang="en-US" sz="2000" b="0" i="1" dirty="0" err="1">
                <a:solidFill>
                  <a:schemeClr val="accent2"/>
                </a:solidFill>
              </a:rPr>
              <a:t>x</a:t>
            </a:r>
            <a:r>
              <a:rPr lang="en-GB" altLang="en-US" sz="2000" b="0" dirty="0">
                <a:solidFill>
                  <a:schemeClr val="accent2"/>
                </a:solidFill>
              </a:rPr>
              <a:t>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u|a,z</a:t>
            </a:r>
            <a:r>
              <a:rPr lang="en-GB" altLang="en-US" sz="2000" b="0" dirty="0">
                <a:solidFill>
                  <a:schemeClr val="accent2"/>
                </a:solidFill>
              </a:rPr>
              <a:t>]</a:t>
            </a:r>
          </a:p>
        </p:txBody>
      </p:sp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733DA062-F6EB-45DF-304B-0B7FECA86DC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83080" y="646611"/>
            <a:ext cx="0" cy="579697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455" name="TextBox 18454">
            <a:extLst>
              <a:ext uri="{FF2B5EF4-FFF2-40B4-BE49-F238E27FC236}">
                <a16:creationId xmlns:a16="http://schemas.microsoft.com/office/drawing/2014/main" id="{06F1EE6C-8EFF-6A80-2CC6-A0BC13E5EBF7}"/>
              </a:ext>
            </a:extLst>
          </p:cNvPr>
          <p:cNvSpPr txBox="1"/>
          <p:nvPr/>
        </p:nvSpPr>
        <p:spPr>
          <a:xfrm>
            <a:off x="629308" y="718615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u="sng" dirty="0"/>
              <a:t>PRA</a:t>
            </a:r>
          </a:p>
        </p:txBody>
      </p:sp>
      <p:sp>
        <p:nvSpPr>
          <p:cNvPr id="18456" name="TextBox 18455">
            <a:extLst>
              <a:ext uri="{FF2B5EF4-FFF2-40B4-BE49-F238E27FC236}">
                <a16:creationId xmlns:a16="http://schemas.microsoft.com/office/drawing/2014/main" id="{3B2A79A5-5FE1-7647-E076-F9202F8D9ECC}"/>
              </a:ext>
            </a:extLst>
          </p:cNvPr>
          <p:cNvSpPr txBox="1"/>
          <p:nvPr/>
        </p:nvSpPr>
        <p:spPr>
          <a:xfrm>
            <a:off x="1904887" y="715364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chemeClr val="accent2"/>
                </a:solidFill>
              </a:rPr>
              <a:t>BDT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A0C22-332A-5D35-5941-282CC9B5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185" y="2991301"/>
            <a:ext cx="2411932" cy="475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FD238D-884F-B3F2-079B-53416C8A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185" y="2195591"/>
            <a:ext cx="4420567" cy="44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8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18450" grpId="0" animBg="1"/>
      <p:bldP spid="1845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F680-714B-02FD-1473-72EB79EB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3AE61C-81CA-2067-6846-FED4CD995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920" y="447468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2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1BE4E-B94A-707B-FE49-496FB920DBBD}"/>
              </a:ext>
            </a:extLst>
          </p:cNvPr>
          <p:cNvSpPr txBox="1"/>
          <p:nvPr/>
        </p:nvSpPr>
        <p:spPr>
          <a:xfrm>
            <a:off x="355736" y="346266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0C2618B4-73AF-F972-A391-FEBEF21DA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8282" y="2460307"/>
                <a:ext cx="2259641" cy="477245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 anchorCtr="0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GB" altLang="en-US" sz="1800" i="1" dirty="0">
                    <a:solidFill>
                      <a:srgbClr val="FF0000"/>
                    </a:solidFill>
                  </a:rPr>
                  <a:t>(a</a:t>
                </a:r>
                <a:r>
                  <a:rPr lang="en-GB" altLang="en-US" sz="1800" i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GB" altLang="en-US" sz="1800" dirty="0">
                    <a:solidFill>
                      <a:srgbClr val="FF0000"/>
                    </a:solidFill>
                  </a:rPr>
                  <a:t>) = 37%</a:t>
                </a:r>
                <a:endParaRPr lang="en-GB" altLang="en-US" sz="1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0C2618B4-73AF-F972-A391-FEBEF21DA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8282" y="2460307"/>
                <a:ext cx="2259641" cy="477245"/>
              </a:xfrm>
              <a:prstGeom prst="ellipse">
                <a:avLst/>
              </a:prstGeom>
              <a:blipFill>
                <a:blip r:embed="rId3"/>
                <a:stretch>
                  <a:fillRect b="-4878"/>
                </a:stretch>
              </a:blip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6DCD2E9A-3261-BDC2-8379-FD5633C84106}"/>
              </a:ext>
            </a:extLst>
          </p:cNvPr>
          <p:cNvCxnSpPr>
            <a:cxnSpLocks noChangeShapeType="1"/>
            <a:endCxn id="15" idx="3"/>
          </p:cNvCxnSpPr>
          <p:nvPr/>
        </p:nvCxnSpPr>
        <p:spPr bwMode="auto">
          <a:xfrm flipV="1">
            <a:off x="771058" y="2882786"/>
            <a:ext cx="963120" cy="57987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60F8A2-3B63-7DCC-2E4C-ED48C9A63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920" y="250595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2200" i="1" dirty="0"/>
          </a:p>
        </p:txBody>
      </p: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B4585D0D-AE69-CF5D-CB07-334FCAB05080}"/>
              </a:ext>
            </a:extLst>
          </p:cNvPr>
          <p:cNvCxnSpPr>
            <a:cxnSpLocks noChangeShapeType="1"/>
            <a:endCxn id="4" idx="1"/>
          </p:cNvCxnSpPr>
          <p:nvPr/>
        </p:nvCxnSpPr>
        <p:spPr bwMode="auto">
          <a:xfrm>
            <a:off x="771058" y="3893549"/>
            <a:ext cx="963120" cy="64578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E6A3E70F-94C8-6826-4E68-714CA00AF6D5}"/>
              </a:ext>
            </a:extLst>
          </p:cNvPr>
          <p:cNvCxnSpPr>
            <a:cxnSpLocks noChangeShapeType="1"/>
            <a:stCxn id="15" idx="7"/>
            <a:endCxn id="3" idx="2"/>
          </p:cNvCxnSpPr>
          <p:nvPr/>
        </p:nvCxnSpPr>
        <p:spPr bwMode="auto">
          <a:xfrm flipV="1">
            <a:off x="2078242" y="2071748"/>
            <a:ext cx="1415131" cy="49886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F36106E0-7791-F2B2-4137-6F9099C9807B}"/>
              </a:ext>
            </a:extLst>
          </p:cNvPr>
          <p:cNvCxnSpPr>
            <a:cxnSpLocks noChangeShapeType="1"/>
            <a:stCxn id="15" idx="5"/>
            <a:endCxn id="61" idx="2"/>
          </p:cNvCxnSpPr>
          <p:nvPr/>
        </p:nvCxnSpPr>
        <p:spPr bwMode="auto">
          <a:xfrm>
            <a:off x="2078242" y="2882786"/>
            <a:ext cx="1415129" cy="47724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Straight Arrow Connector 6">
            <a:extLst>
              <a:ext uri="{FF2B5EF4-FFF2-40B4-BE49-F238E27FC236}">
                <a16:creationId xmlns:a16="http://schemas.microsoft.com/office/drawing/2014/main" id="{53E08B67-FD3D-5923-096C-849243C0F6AE}"/>
              </a:ext>
            </a:extLst>
          </p:cNvPr>
          <p:cNvCxnSpPr>
            <a:cxnSpLocks noChangeShapeType="1"/>
            <a:stCxn id="4" idx="7"/>
            <a:endCxn id="62" idx="2"/>
          </p:cNvCxnSpPr>
          <p:nvPr/>
        </p:nvCxnSpPr>
        <p:spPr bwMode="auto">
          <a:xfrm flipV="1">
            <a:off x="2078242" y="4215407"/>
            <a:ext cx="1415130" cy="32393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8BDE1494-CF29-87EF-3B9B-A7EF7723B118}"/>
              </a:ext>
            </a:extLst>
          </p:cNvPr>
          <p:cNvCxnSpPr>
            <a:cxnSpLocks noChangeShapeType="1"/>
            <a:stCxn id="4" idx="5"/>
            <a:endCxn id="63" idx="2"/>
          </p:cNvCxnSpPr>
          <p:nvPr/>
        </p:nvCxnSpPr>
        <p:spPr bwMode="auto">
          <a:xfrm>
            <a:off x="2078242" y="4851512"/>
            <a:ext cx="1415130" cy="5223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64D946-20E2-B56D-5D24-67A0F4CB7168}"/>
              </a:ext>
            </a:extLst>
          </p:cNvPr>
          <p:cNvSpPr txBox="1"/>
          <p:nvPr/>
        </p:nvSpPr>
        <p:spPr>
          <a:xfrm rot="2042311">
            <a:off x="578026" y="4144507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Thin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8421BB-5C19-82DB-0B5A-932A96082B00}"/>
              </a:ext>
            </a:extLst>
          </p:cNvPr>
          <p:cNvSpPr txBox="1"/>
          <p:nvPr/>
        </p:nvSpPr>
        <p:spPr>
          <a:xfrm rot="19730329">
            <a:off x="592408" y="2917248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No thin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A25FB5-1AAB-04EC-20D0-A57687FC0462}"/>
              </a:ext>
            </a:extLst>
          </p:cNvPr>
          <p:cNvSpPr txBox="1"/>
          <p:nvPr/>
        </p:nvSpPr>
        <p:spPr>
          <a:xfrm rot="20491085">
            <a:off x="2117600" y="2054306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16C244-5ED8-907A-35AB-5E0D89715E75}"/>
              </a:ext>
            </a:extLst>
          </p:cNvPr>
          <p:cNvSpPr txBox="1"/>
          <p:nvPr/>
        </p:nvSpPr>
        <p:spPr>
          <a:xfrm rot="1151587">
            <a:off x="2212962" y="2835791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6A4429-DCE0-C56D-766C-3583AD87E6F9}"/>
              </a:ext>
            </a:extLst>
          </p:cNvPr>
          <p:cNvSpPr txBox="1"/>
          <p:nvPr/>
        </p:nvSpPr>
        <p:spPr>
          <a:xfrm rot="20910504">
            <a:off x="2103036" y="4099579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3FEC9D-116F-B904-706A-70849CB7B043}"/>
              </a:ext>
            </a:extLst>
          </p:cNvPr>
          <p:cNvSpPr txBox="1"/>
          <p:nvPr/>
        </p:nvSpPr>
        <p:spPr>
          <a:xfrm rot="1188820">
            <a:off x="2198693" y="4828086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3">
                <a:extLst>
                  <a:ext uri="{FF2B5EF4-FFF2-40B4-BE49-F238E27FC236}">
                    <a16:creationId xmlns:a16="http://schemas.microsoft.com/office/drawing/2014/main" id="{24071999-6F0A-AD34-50E1-3097499BA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9942" y="4574791"/>
                <a:ext cx="2259641" cy="477245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 anchorCtr="0"/>
              <a:lstStyle>
                <a:lvl1pPr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GB" altLang="en-US" sz="1800" i="1" dirty="0">
                    <a:solidFill>
                      <a:srgbClr val="FF0000"/>
                    </a:solidFill>
                  </a:rPr>
                  <a:t>(a</a:t>
                </a:r>
                <a:r>
                  <a:rPr lang="en-GB" altLang="en-US" sz="1800" i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GB" altLang="en-US" sz="1800" dirty="0">
                    <a:solidFill>
                      <a:srgbClr val="FF0000"/>
                    </a:solidFill>
                  </a:rPr>
                  <a:t>) = 43%</a:t>
                </a:r>
                <a:endParaRPr lang="en-GB" altLang="en-US" sz="18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Oval 3">
                <a:extLst>
                  <a:ext uri="{FF2B5EF4-FFF2-40B4-BE49-F238E27FC236}">
                    <a16:creationId xmlns:a16="http://schemas.microsoft.com/office/drawing/2014/main" id="{24071999-6F0A-AD34-50E1-3097499BAA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9942" y="4574791"/>
                <a:ext cx="2259641" cy="477245"/>
              </a:xfrm>
              <a:prstGeom prst="ellipse">
                <a:avLst/>
              </a:prstGeom>
              <a:blipFill>
                <a:blip r:embed="rId4"/>
                <a:stretch>
                  <a:fillRect b="-7500"/>
                </a:stretch>
              </a:blipFill>
              <a:ln w="25400" algn="ctr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Brace 70">
            <a:extLst>
              <a:ext uri="{FF2B5EF4-FFF2-40B4-BE49-F238E27FC236}">
                <a16:creationId xmlns:a16="http://schemas.microsoft.com/office/drawing/2014/main" id="{EB7DDD70-B274-3C28-A8F1-80ABB4507B0B}"/>
              </a:ext>
            </a:extLst>
          </p:cNvPr>
          <p:cNvSpPr/>
          <p:nvPr/>
        </p:nvSpPr>
        <p:spPr bwMode="auto">
          <a:xfrm>
            <a:off x="5780857" y="1800371"/>
            <a:ext cx="316089" cy="1797119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F1A82218-B552-BD9F-44CD-38ACA04035B2}"/>
              </a:ext>
            </a:extLst>
          </p:cNvPr>
          <p:cNvSpPr/>
          <p:nvPr/>
        </p:nvSpPr>
        <p:spPr bwMode="auto">
          <a:xfrm>
            <a:off x="5780857" y="3914853"/>
            <a:ext cx="316089" cy="1797119"/>
          </a:xfrm>
          <a:prstGeom prst="rightBrac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0FFC1F-D76E-F4D3-9C3D-6738FCD56868}"/>
              </a:ext>
            </a:extLst>
          </p:cNvPr>
          <p:cNvGrpSpPr/>
          <p:nvPr/>
        </p:nvGrpSpPr>
        <p:grpSpPr>
          <a:xfrm>
            <a:off x="3480164" y="1028997"/>
            <a:ext cx="2219356" cy="4550202"/>
            <a:chOff x="3706667" y="701826"/>
            <a:chExt cx="2219356" cy="4550202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90F7F65F-75EA-D60A-307C-0F46DA75D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876" y="1539251"/>
              <a:ext cx="2206147" cy="410651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0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altLang="en-US" sz="1800" i="1" dirty="0">
                  <a:solidFill>
                    <a:srgbClr val="FF0000"/>
                  </a:solidFill>
                </a:rPr>
                <a:t>u</a:t>
              </a:r>
              <a:r>
                <a:rPr lang="en-GB" altLang="en-US" sz="1800" i="1" baseline="-25000" dirty="0">
                  <a:solidFill>
                    <a:srgbClr val="FF0000"/>
                  </a:solidFill>
                </a:rPr>
                <a:t>11</a:t>
              </a:r>
              <a:r>
                <a:rPr lang="en-GB" altLang="en-US" sz="1800" i="1" dirty="0">
                  <a:solidFill>
                    <a:srgbClr val="FF0000"/>
                  </a:solidFill>
                </a:rPr>
                <a:t> = 100%</a:t>
              </a:r>
              <a:endParaRPr lang="en-GB" altLang="en-US" sz="1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61" name="Oval 3">
              <a:extLst>
                <a:ext uri="{FF2B5EF4-FFF2-40B4-BE49-F238E27FC236}">
                  <a16:creationId xmlns:a16="http://schemas.microsoft.com/office/drawing/2014/main" id="{780A8EF9-F302-7317-8E20-27800AA41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874" y="2827533"/>
              <a:ext cx="2206147" cy="410651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0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altLang="en-US" sz="1800" i="1" dirty="0">
                  <a:solidFill>
                    <a:srgbClr val="FF0000"/>
                  </a:solidFill>
                </a:rPr>
                <a:t>u</a:t>
              </a:r>
              <a:r>
                <a:rPr lang="en-GB" altLang="en-US" sz="1800" i="1" baseline="-25000" dirty="0">
                  <a:solidFill>
                    <a:srgbClr val="FF0000"/>
                  </a:solidFill>
                </a:rPr>
                <a:t>12 </a:t>
              </a:r>
              <a:r>
                <a:rPr lang="en-GB" altLang="en-US" sz="1800" i="1" dirty="0">
                  <a:solidFill>
                    <a:srgbClr val="FF0000"/>
                  </a:solidFill>
                </a:rPr>
                <a:t> = 10%</a:t>
              </a:r>
              <a:endParaRPr lang="en-GB" altLang="en-US" sz="1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62" name="Oval 3">
              <a:extLst>
                <a:ext uri="{FF2B5EF4-FFF2-40B4-BE49-F238E27FC236}">
                  <a16:creationId xmlns:a16="http://schemas.microsoft.com/office/drawing/2014/main" id="{DC6BEBA1-45BA-FBBE-F8D3-01A39574B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875" y="3682910"/>
              <a:ext cx="2204488" cy="410651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0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altLang="en-US" sz="1800" i="1" dirty="0">
                  <a:solidFill>
                    <a:srgbClr val="FF0000"/>
                  </a:solidFill>
                </a:rPr>
                <a:t>u</a:t>
              </a:r>
              <a:r>
                <a:rPr lang="en-GB" altLang="en-US" sz="1800" i="1" baseline="-25000" dirty="0">
                  <a:solidFill>
                    <a:srgbClr val="FF0000"/>
                  </a:solidFill>
                </a:rPr>
                <a:t>21</a:t>
              </a:r>
              <a:r>
                <a:rPr lang="en-GB" altLang="en-US" sz="1800" dirty="0">
                  <a:solidFill>
                    <a:srgbClr val="FF0000"/>
                  </a:solidFill>
                </a:rPr>
                <a:t> </a:t>
              </a:r>
              <a:r>
                <a:rPr lang="en-GB" altLang="en-US" sz="1800" i="1" dirty="0">
                  <a:solidFill>
                    <a:srgbClr val="FF0000"/>
                  </a:solidFill>
                </a:rPr>
                <a:t>=50%</a:t>
              </a:r>
              <a:endParaRPr lang="en-GB" altLang="en-US" sz="1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63" name="Oval 3">
              <a:extLst>
                <a:ext uri="{FF2B5EF4-FFF2-40B4-BE49-F238E27FC236}">
                  <a16:creationId xmlns:a16="http://schemas.microsoft.com/office/drawing/2014/main" id="{C2204229-16F7-3F42-5E32-FACC091FF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875" y="4841377"/>
              <a:ext cx="2204488" cy="410651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0"/>
            <a:lstStyle>
              <a:lvl1pPr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altLang="en-US" sz="1800" i="1" dirty="0">
                  <a:solidFill>
                    <a:srgbClr val="FF0000"/>
                  </a:solidFill>
                </a:rPr>
                <a:t>u</a:t>
              </a:r>
              <a:r>
                <a:rPr lang="en-GB" altLang="en-US" sz="1800" i="1" baseline="-25000" dirty="0">
                  <a:solidFill>
                    <a:srgbClr val="FF0000"/>
                  </a:solidFill>
                </a:rPr>
                <a:t>22</a:t>
              </a:r>
              <a:r>
                <a:rPr lang="en-GB" altLang="en-US" sz="1800" dirty="0">
                  <a:solidFill>
                    <a:srgbClr val="FF0000"/>
                  </a:solidFill>
                </a:rPr>
                <a:t> </a:t>
              </a:r>
              <a:r>
                <a:rPr lang="en-GB" altLang="en-US" sz="1800" i="1" dirty="0">
                  <a:solidFill>
                    <a:srgbClr val="FF0000"/>
                  </a:solidFill>
                </a:rPr>
                <a:t>=40%</a:t>
              </a:r>
              <a:endParaRPr lang="en-GB" altLang="en-US" sz="18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90073C-8463-6CF1-B0E6-702111D5E079}"/>
                </a:ext>
              </a:extLst>
            </p:cNvPr>
            <p:cNvSpPr txBox="1"/>
            <p:nvPr/>
          </p:nvSpPr>
          <p:spPr>
            <a:xfrm>
              <a:off x="3706667" y="701826"/>
              <a:ext cx="2219238" cy="400110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u = Tree survival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23EDCB6-72CC-F7B9-3A4D-8ACF99189F3C}"/>
              </a:ext>
            </a:extLst>
          </p:cNvPr>
          <p:cNvSpPr txBox="1"/>
          <p:nvPr/>
        </p:nvSpPr>
        <p:spPr>
          <a:xfrm>
            <a:off x="6178282" y="6059416"/>
            <a:ext cx="2394144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0" i="1" dirty="0">
                <a:solidFill>
                  <a:schemeClr val="accent2"/>
                </a:solidFill>
              </a:rPr>
              <a:t>We choose a</a:t>
            </a:r>
            <a:r>
              <a:rPr lang="en-US" sz="2200" b="0" i="1" baseline="-25000" dirty="0">
                <a:solidFill>
                  <a:schemeClr val="accent2"/>
                </a:solidFill>
              </a:rPr>
              <a:t>2</a:t>
            </a:r>
            <a:r>
              <a:rPr lang="en-US" sz="2200" b="0" i="1" dirty="0">
                <a:solidFill>
                  <a:schemeClr val="accent2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92449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5" grpId="0" animBg="1"/>
      <p:bldP spid="51" grpId="0"/>
      <p:bldP spid="54" grpId="0"/>
      <p:bldP spid="55" grpId="0"/>
      <p:bldP spid="56" grpId="0"/>
      <p:bldP spid="70" grpId="0" animBg="1"/>
      <p:bldP spid="71" grpId="0" animBg="1"/>
      <p:bldP spid="72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2A2B-EE9E-724E-3F43-2D6800D5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ECE5-4C66-A5EB-38E7-738E8CC2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decisions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092BCE-EAB4-2E0E-C601-5417EB790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920" y="447179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2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AA63C-4208-18FD-B65A-F3EA12644822}"/>
              </a:ext>
            </a:extLst>
          </p:cNvPr>
          <p:cNvSpPr txBox="1"/>
          <p:nvPr/>
        </p:nvSpPr>
        <p:spPr>
          <a:xfrm>
            <a:off x="355736" y="345977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7393BF38-A429-08DE-BEBD-EE73473A342C}"/>
              </a:ext>
            </a:extLst>
          </p:cNvPr>
          <p:cNvCxnSpPr>
            <a:cxnSpLocks noChangeShapeType="1"/>
            <a:endCxn id="15" idx="3"/>
          </p:cNvCxnSpPr>
          <p:nvPr/>
        </p:nvCxnSpPr>
        <p:spPr bwMode="auto">
          <a:xfrm flipV="1">
            <a:off x="771058" y="2879896"/>
            <a:ext cx="963120" cy="57987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4B1236F-DBB5-6C1C-F3B1-8AD658CEE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920" y="250306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GB" altLang="en-US" sz="2200" i="1" dirty="0"/>
          </a:p>
        </p:txBody>
      </p: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49E06660-022F-DCE9-6688-B0ADB5FFF1FD}"/>
              </a:ext>
            </a:extLst>
          </p:cNvPr>
          <p:cNvCxnSpPr>
            <a:cxnSpLocks noChangeShapeType="1"/>
            <a:endCxn id="4" idx="1"/>
          </p:cNvCxnSpPr>
          <p:nvPr/>
        </p:nvCxnSpPr>
        <p:spPr bwMode="auto">
          <a:xfrm>
            <a:off x="771058" y="3890659"/>
            <a:ext cx="963120" cy="64578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68127501-014B-9EE1-E2DA-8A3E6859C435}"/>
              </a:ext>
            </a:extLst>
          </p:cNvPr>
          <p:cNvCxnSpPr>
            <a:cxnSpLocks noChangeShapeType="1"/>
            <a:stCxn id="15" idx="7"/>
          </p:cNvCxnSpPr>
          <p:nvPr/>
        </p:nvCxnSpPr>
        <p:spPr bwMode="auto">
          <a:xfrm flipV="1">
            <a:off x="2078242" y="2068858"/>
            <a:ext cx="1415131" cy="49886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5F9E8799-189A-FBE4-EF29-7AA77E1D1BE3}"/>
              </a:ext>
            </a:extLst>
          </p:cNvPr>
          <p:cNvCxnSpPr>
            <a:cxnSpLocks noChangeShapeType="1"/>
            <a:stCxn id="15" idx="5"/>
          </p:cNvCxnSpPr>
          <p:nvPr/>
        </p:nvCxnSpPr>
        <p:spPr bwMode="auto">
          <a:xfrm>
            <a:off x="2078242" y="2879896"/>
            <a:ext cx="1415129" cy="47724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Straight Arrow Connector 6">
            <a:extLst>
              <a:ext uri="{FF2B5EF4-FFF2-40B4-BE49-F238E27FC236}">
                <a16:creationId xmlns:a16="http://schemas.microsoft.com/office/drawing/2014/main" id="{C4F1B3EB-1C81-BF3A-D135-8BEEDBE09991}"/>
              </a:ext>
            </a:extLst>
          </p:cNvPr>
          <p:cNvCxnSpPr>
            <a:cxnSpLocks noChangeShapeType="1"/>
            <a:stCxn id="4" idx="7"/>
          </p:cNvCxnSpPr>
          <p:nvPr/>
        </p:nvCxnSpPr>
        <p:spPr bwMode="auto">
          <a:xfrm flipV="1">
            <a:off x="2078242" y="4212517"/>
            <a:ext cx="1415130" cy="32393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2024958C-5200-BE31-38C0-68967B73C013}"/>
              </a:ext>
            </a:extLst>
          </p:cNvPr>
          <p:cNvCxnSpPr>
            <a:cxnSpLocks noChangeShapeType="1"/>
            <a:stCxn id="4" idx="5"/>
          </p:cNvCxnSpPr>
          <p:nvPr/>
        </p:nvCxnSpPr>
        <p:spPr bwMode="auto">
          <a:xfrm>
            <a:off x="2078242" y="4848622"/>
            <a:ext cx="1415130" cy="5223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0442CBF-41FA-72CC-C23B-3EBA50BBFBEF}"/>
              </a:ext>
            </a:extLst>
          </p:cNvPr>
          <p:cNvSpPr txBox="1"/>
          <p:nvPr/>
        </p:nvSpPr>
        <p:spPr>
          <a:xfrm rot="2042311">
            <a:off x="578026" y="4141617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Thin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E80CFE-AC3B-CA79-DA12-F5A0FC48BDB0}"/>
              </a:ext>
            </a:extLst>
          </p:cNvPr>
          <p:cNvSpPr txBox="1"/>
          <p:nvPr/>
        </p:nvSpPr>
        <p:spPr>
          <a:xfrm rot="19730329">
            <a:off x="592408" y="2914358"/>
            <a:ext cx="1175203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>
                <a:solidFill>
                  <a:schemeClr val="accent2"/>
                </a:solidFill>
              </a:rPr>
              <a:t>No thin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C8B93-52DA-A644-945C-136A48CB49A1}"/>
              </a:ext>
            </a:extLst>
          </p:cNvPr>
          <p:cNvSpPr txBox="1"/>
          <p:nvPr/>
        </p:nvSpPr>
        <p:spPr>
          <a:xfrm rot="20491085">
            <a:off x="2117600" y="2051416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8CDA65-4331-A72B-04D0-31DE70C9EEB8}"/>
              </a:ext>
            </a:extLst>
          </p:cNvPr>
          <p:cNvSpPr txBox="1"/>
          <p:nvPr/>
        </p:nvSpPr>
        <p:spPr>
          <a:xfrm rot="1151587">
            <a:off x="2212962" y="2832901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4F1487-E72A-1774-BD66-4BD71A25EBC8}"/>
              </a:ext>
            </a:extLst>
          </p:cNvPr>
          <p:cNvSpPr txBox="1"/>
          <p:nvPr/>
        </p:nvSpPr>
        <p:spPr>
          <a:xfrm rot="20910504">
            <a:off x="2103036" y="4096689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No beetles</a:t>
            </a:r>
          </a:p>
          <a:p>
            <a:pPr algn="ctr"/>
            <a:r>
              <a:rPr lang="en-US" sz="1600" b="0" dirty="0"/>
              <a:t>p=0.3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FBA7F-F7B0-245E-CA64-475D8FBEEC41}"/>
              </a:ext>
            </a:extLst>
          </p:cNvPr>
          <p:cNvSpPr txBox="1"/>
          <p:nvPr/>
        </p:nvSpPr>
        <p:spPr>
          <a:xfrm rot="1188820">
            <a:off x="2198693" y="4825196"/>
            <a:ext cx="1175203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dirty="0"/>
              <a:t>Beetles</a:t>
            </a:r>
          </a:p>
          <a:p>
            <a:pPr algn="ctr"/>
            <a:r>
              <a:rPr lang="en-US" sz="1600" b="0" dirty="0"/>
              <a:t>p=0.7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54527-D4F9-044E-93F9-D511566A05F7}"/>
              </a:ext>
            </a:extLst>
          </p:cNvPr>
          <p:cNvSpPr txBox="1"/>
          <p:nvPr/>
        </p:nvSpPr>
        <p:spPr>
          <a:xfrm>
            <a:off x="3506371" y="1850759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9071C-7E20-650F-20F7-2F21F955A0E9}"/>
              </a:ext>
            </a:extLst>
          </p:cNvPr>
          <p:cNvSpPr txBox="1"/>
          <p:nvPr/>
        </p:nvSpPr>
        <p:spPr>
          <a:xfrm>
            <a:off x="3496225" y="3125288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0E91B-C6FD-4EFF-CF48-8988C291B142}"/>
              </a:ext>
            </a:extLst>
          </p:cNvPr>
          <p:cNvSpPr txBox="1"/>
          <p:nvPr/>
        </p:nvSpPr>
        <p:spPr>
          <a:xfrm>
            <a:off x="3506372" y="5133870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72084-4874-65E3-A8F2-A85254B49658}"/>
              </a:ext>
            </a:extLst>
          </p:cNvPr>
          <p:cNvSpPr txBox="1"/>
          <p:nvPr/>
        </p:nvSpPr>
        <p:spPr>
          <a:xfrm>
            <a:off x="3496225" y="3985485"/>
            <a:ext cx="444259" cy="43619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GB" sz="2200" i="1" dirty="0">
              <a:solidFill>
                <a:schemeClr val="accent2"/>
              </a:solidFill>
            </a:endParaRPr>
          </a:p>
        </p:txBody>
      </p:sp>
      <p:cxnSp>
        <p:nvCxnSpPr>
          <p:cNvPr id="12" name="Straight Arrow Connector 6">
            <a:extLst>
              <a:ext uri="{FF2B5EF4-FFF2-40B4-BE49-F238E27FC236}">
                <a16:creationId xmlns:a16="http://schemas.microsoft.com/office/drawing/2014/main" id="{71C49E6A-2783-EDD8-0FCA-709434D7866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63628" y="1706191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3" name="Straight Arrow Connector 6">
            <a:extLst>
              <a:ext uri="{FF2B5EF4-FFF2-40B4-BE49-F238E27FC236}">
                <a16:creationId xmlns:a16="http://schemas.microsoft.com/office/drawing/2014/main" id="{7DF530E2-DAC8-E0FE-4610-EC51EED22C9D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 flipV="1">
            <a:off x="3950630" y="2051524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CCE1DAB7-F6D6-3258-E62B-B462C95F8498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>
            <a:off x="3950630" y="2068858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5" name="Straight Arrow Connector 6">
            <a:extLst>
              <a:ext uri="{FF2B5EF4-FFF2-40B4-BE49-F238E27FC236}">
                <a16:creationId xmlns:a16="http://schemas.microsoft.com/office/drawing/2014/main" id="{7A24C4A0-3D8F-766C-8CE4-C2909A06B4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59276" y="2982000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6" name="Straight Arrow Connector 6">
            <a:extLst>
              <a:ext uri="{FF2B5EF4-FFF2-40B4-BE49-F238E27FC236}">
                <a16:creationId xmlns:a16="http://schemas.microsoft.com/office/drawing/2014/main" id="{2A90145D-6310-B9D2-6BFB-9B97EFCAE65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46278" y="3327333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7" name="Straight Arrow Connector 6">
            <a:extLst>
              <a:ext uri="{FF2B5EF4-FFF2-40B4-BE49-F238E27FC236}">
                <a16:creationId xmlns:a16="http://schemas.microsoft.com/office/drawing/2014/main" id="{DCE9240E-0847-9EE3-F208-25006DD6DFD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46278" y="3344667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EEDD786F-2C1D-803E-EFFF-C4FED73828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54924" y="3839797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39" name="Straight Arrow Connector 6">
            <a:extLst>
              <a:ext uri="{FF2B5EF4-FFF2-40B4-BE49-F238E27FC236}">
                <a16:creationId xmlns:a16="http://schemas.microsoft.com/office/drawing/2014/main" id="{59CD129C-9020-7494-DD9A-7A4156FBE4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41926" y="4185130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07412EB7-492D-BE0A-D621-22E2E8ED0F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41926" y="4202464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4" name="Straight Arrow Connector 6">
            <a:extLst>
              <a:ext uri="{FF2B5EF4-FFF2-40B4-BE49-F238E27FC236}">
                <a16:creationId xmlns:a16="http://schemas.microsoft.com/office/drawing/2014/main" id="{1AF986BD-810D-4E1D-AA5F-DDEEDF337C0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65813" y="4987149"/>
            <a:ext cx="963120" cy="3626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5" name="Straight Arrow Connector 6">
            <a:extLst>
              <a:ext uri="{FF2B5EF4-FFF2-40B4-BE49-F238E27FC236}">
                <a16:creationId xmlns:a16="http://schemas.microsoft.com/office/drawing/2014/main" id="{3EF156FC-947C-EE18-2F91-730A2C9441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52815" y="5332482"/>
            <a:ext cx="976118" cy="1733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6" name="Straight Arrow Connector 6">
            <a:extLst>
              <a:ext uri="{FF2B5EF4-FFF2-40B4-BE49-F238E27FC236}">
                <a16:creationId xmlns:a16="http://schemas.microsoft.com/office/drawing/2014/main" id="{BE7A51B0-C585-91A8-DDDC-2EB487EA5F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52815" y="5349816"/>
            <a:ext cx="976118" cy="345333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39027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C66B5-6466-92DA-8C8A-3D0CA43A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1ECDD-17CE-54BD-0396-6E87BEC8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Utility matrix for discrete u(</a:t>
            </a:r>
            <a:r>
              <a:rPr lang="en-GB" sz="2400" dirty="0" err="1"/>
              <a:t>a,x</a:t>
            </a:r>
            <a:r>
              <a:rPr lang="en-GB" sz="2400" dirty="0"/>
              <a:t>)</a:t>
            </a:r>
            <a:endParaRPr lang="en-GB" dirty="0"/>
          </a:p>
        </p:txBody>
      </p:sp>
      <p:sp>
        <p:nvSpPr>
          <p:cNvPr id="14" name="Oval 3">
            <a:extLst>
              <a:ext uri="{FF2B5EF4-FFF2-40B4-BE49-F238E27FC236}">
                <a16:creationId xmlns:a16="http://schemas.microsoft.com/office/drawing/2014/main" id="{A9F15B13-6F78-1FB8-0910-7F0021A17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9F8EBFA8-FCDE-0D09-57B3-96E40A99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2B68FD80-571D-F740-396D-04F31CBD0ECE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1703780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FE088F-3F83-0FB8-AC98-B04AC9CFBE21}"/>
              </a:ext>
            </a:extLst>
          </p:cNvPr>
          <p:cNvSpPr txBox="1"/>
          <p:nvPr/>
        </p:nvSpPr>
        <p:spPr>
          <a:xfrm>
            <a:off x="606283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30BB9F1B-9460-CCF3-F488-3F537CFB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815E7D51-C317-87E2-06A9-804EBF5FC96F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1021605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4C2E1F-B075-8F10-7C17-53AE6BC5399A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1703780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54F0FD06-C2BD-37F0-3B5C-F34A6C03380E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813944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B546C-6C28-6EF1-3710-DAD5F3DCD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713962"/>
              </p:ext>
            </p:extLst>
          </p:nvPr>
        </p:nvGraphicFramePr>
        <p:xfrm>
          <a:off x="2438406" y="1397001"/>
          <a:ext cx="3668886" cy="16679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2962">
                  <a:extLst>
                    <a:ext uri="{9D8B030D-6E8A-4147-A177-3AD203B41FA5}">
                      <a16:colId xmlns:a16="http://schemas.microsoft.com/office/drawing/2014/main" val="4069919251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069616878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536081446"/>
                    </a:ext>
                  </a:extLst>
                </a:gridCol>
              </a:tblGrid>
              <a:tr h="555977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 = x</a:t>
                      </a:r>
                      <a:r>
                        <a:rPr lang="en-US" baseline="-250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 = x</a:t>
                      </a:r>
                      <a:r>
                        <a:rPr lang="en-US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91731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 = </a:t>
                      </a:r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28017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 = </a:t>
                      </a:r>
                      <a:r>
                        <a:rPr lang="en-US" b="1" i="1" dirty="0">
                          <a:solidFill>
                            <a:schemeClr val="tx2"/>
                          </a:solidFill>
                        </a:rPr>
                        <a:t>a</a:t>
                      </a:r>
                      <a:r>
                        <a:rPr lang="en-US" b="1" baseline="-250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u(</a:t>
                      </a:r>
                      <a:r>
                        <a:rPr lang="en-US" i="1" dirty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,x</a:t>
                      </a:r>
                      <a:r>
                        <a:rPr lang="en-US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377416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B29D3A-8D2F-F8F3-D257-4380761D4243}"/>
              </a:ext>
            </a:extLst>
          </p:cNvPr>
          <p:cNvGraphicFramePr>
            <a:graphicFrameLocks noGrp="1"/>
          </p:cNvGraphicFramePr>
          <p:nvPr/>
        </p:nvGraphicFramePr>
        <p:xfrm>
          <a:off x="2438406" y="3626540"/>
          <a:ext cx="3668886" cy="17520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2962">
                  <a:extLst>
                    <a:ext uri="{9D8B030D-6E8A-4147-A177-3AD203B41FA5}">
                      <a16:colId xmlns:a16="http://schemas.microsoft.com/office/drawing/2014/main" val="4069919251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069616878"/>
                    </a:ext>
                  </a:extLst>
                </a:gridCol>
                <a:gridCol w="1222962">
                  <a:extLst>
                    <a:ext uri="{9D8B030D-6E8A-4147-A177-3AD203B41FA5}">
                      <a16:colId xmlns:a16="http://schemas.microsoft.com/office/drawing/2014/main" val="1536081446"/>
                    </a:ext>
                  </a:extLst>
                </a:gridCol>
              </a:tblGrid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% Tree survival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No 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Beetles</a:t>
                      </a:r>
                      <a:endParaRPr lang="en-US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91731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No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628017"/>
                  </a:ext>
                </a:extLst>
              </a:tr>
              <a:tr h="5559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50% thin</a:t>
                      </a:r>
                      <a:endParaRPr lang="en-US" b="1" baseline="-25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37741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60F9079-FE8C-3700-E0C2-B92267E89E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562406"/>
                  </p:ext>
                </p:extLst>
              </p:nvPr>
            </p:nvGraphicFramePr>
            <p:xfrm>
              <a:off x="6293556" y="1402801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2"/>
                              </a:solidFill>
                            </a:rPr>
                            <a:t>a</a:t>
                          </a:r>
                          <a:r>
                            <a:rPr lang="en-US" i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= ∑p[x] u(</a:t>
                          </a:r>
                          <a:r>
                            <a:rPr lang="en-US" i="1" dirty="0" err="1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,x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en-US" baseline="-25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60F9079-FE8C-3700-E0C2-B92267E89E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0562406"/>
                  </p:ext>
                </p:extLst>
              </p:nvPr>
            </p:nvGraphicFramePr>
            <p:xfrm>
              <a:off x="6293556" y="1402801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273" r="-46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+ 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  <a:r>
                            <a:rPr lang="en-US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</a:rPr>
                            <a:t> u(</a:t>
                          </a:r>
                          <a:r>
                            <a:rPr lang="en-US" i="1" dirty="0">
                              <a:solidFill>
                                <a:srgbClr val="FF0000"/>
                              </a:solidFill>
                            </a:rPr>
                            <a:t>a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,x</a:t>
                          </a:r>
                          <a:r>
                            <a:rPr lang="en-US" i="0" baseline="-250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r>
                            <a:rPr lang="en-US" i="0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F39AE3-BFEA-912E-D2A4-4635A6E343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800010"/>
                  </p:ext>
                </p:extLst>
              </p:nvPr>
            </p:nvGraphicFramePr>
            <p:xfrm>
              <a:off x="6299200" y="3711365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dirty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tx2"/>
                              </a:solidFill>
                            </a:rPr>
                            <a:t>(</a:t>
                          </a:r>
                          <a:r>
                            <a:rPr lang="en-US" i="1" dirty="0">
                              <a:solidFill>
                                <a:schemeClr val="tx2"/>
                              </a:solidFill>
                            </a:rPr>
                            <a:t>a</a:t>
                          </a:r>
                          <a:r>
                            <a:rPr lang="en-US" i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  <a:endParaRPr lang="en-US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if p[x = x</a:t>
                          </a:r>
                          <a:r>
                            <a:rPr lang="en-US" sz="1200" baseline="-25000" dirty="0">
                              <a:solidFill>
                                <a:schemeClr val="tx2"/>
                              </a:solidFill>
                            </a:rPr>
                            <a:t>2</a:t>
                          </a:r>
                          <a:r>
                            <a:rPr lang="en-US" sz="1200" baseline="0" dirty="0">
                              <a:solidFill>
                                <a:schemeClr val="tx2"/>
                              </a:solidFill>
                            </a:rPr>
                            <a:t> = Beetles] = 0.7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DF39AE3-BFEA-912E-D2A4-4635A6E343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800010"/>
                  </p:ext>
                </p:extLst>
              </p:nvPr>
            </p:nvGraphicFramePr>
            <p:xfrm>
              <a:off x="6299200" y="3711365"/>
              <a:ext cx="2726263" cy="166793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726263">
                      <a:extLst>
                        <a:ext uri="{9D8B030D-6E8A-4147-A177-3AD203B41FA5}">
                          <a16:colId xmlns:a16="http://schemas.microsoft.com/office/drawing/2014/main" val="1536081446"/>
                        </a:ext>
                      </a:extLst>
                    </a:gridCol>
                  </a:tblGrid>
                  <a:tr h="5559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5" t="-4545" r="-465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7691731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0.3×100 + 0.7×10 = 37%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24628017"/>
                      </a:ext>
                    </a:extLst>
                  </a:tr>
                  <a:tr h="555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0.3×50 + 0.7×40 = 43%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633774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488DD3C-BAE2-2694-82EA-78198333B0AF}"/>
              </a:ext>
            </a:extLst>
          </p:cNvPr>
          <p:cNvSpPr txBox="1"/>
          <p:nvPr/>
        </p:nvSpPr>
        <p:spPr>
          <a:xfrm>
            <a:off x="6423285" y="5842058"/>
            <a:ext cx="2394144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0" i="1" dirty="0">
                <a:solidFill>
                  <a:schemeClr val="accent2"/>
                </a:solidFill>
              </a:rPr>
              <a:t>We choose a</a:t>
            </a:r>
            <a:r>
              <a:rPr lang="en-US" sz="2200" b="0" i="1" baseline="-25000" dirty="0">
                <a:solidFill>
                  <a:schemeClr val="accent2"/>
                </a:solidFill>
              </a:rPr>
              <a:t>2</a:t>
            </a:r>
            <a:r>
              <a:rPr lang="en-US" sz="2200" b="0" i="1" dirty="0">
                <a:solidFill>
                  <a:schemeClr val="accent2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03707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D848-D49E-137E-42D6-DE6541BB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40F0-21F4-B20E-FFDA-B3FD0880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Value of Information: Impact on expected utility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F3D1A-A5B3-77FD-D0F0-1BD00616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757" y="872436"/>
            <a:ext cx="3628571" cy="508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C8BD5-0491-940B-D3A0-B00594AC1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57" y="2045301"/>
            <a:ext cx="3969657" cy="520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51D5DE-750D-FDA8-2B76-5916FD9E0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757" y="5588333"/>
            <a:ext cx="3871682" cy="5352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0D16C2-0B41-99E1-35F8-0870258C9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467" y="4145550"/>
            <a:ext cx="4167813" cy="7074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6DDDD5-1110-F8AB-E3FA-A5FCE95C4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757" y="3327615"/>
            <a:ext cx="2789863" cy="6634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738F264-4E65-6583-9926-B9D0FE08A24C}"/>
              </a:ext>
            </a:extLst>
          </p:cNvPr>
          <p:cNvSpPr txBox="1"/>
          <p:nvPr/>
        </p:nvSpPr>
        <p:spPr>
          <a:xfrm>
            <a:off x="225893" y="894381"/>
            <a:ext cx="2967263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Only prior information </a:t>
            </a:r>
            <a:r>
              <a:rPr lang="en-GB" sz="1800" b="0" dirty="0">
                <a:solidFill>
                  <a:srgbClr val="FF0000"/>
                </a:solidFill>
              </a:rPr>
              <a:t>p[x]</a:t>
            </a:r>
            <a:r>
              <a:rPr lang="en-GB" sz="1800" b="0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24454-B898-9598-D124-9316FEE57976}"/>
              </a:ext>
            </a:extLst>
          </p:cNvPr>
          <p:cNvSpPr txBox="1"/>
          <p:nvPr/>
        </p:nvSpPr>
        <p:spPr>
          <a:xfrm>
            <a:off x="225893" y="2045301"/>
            <a:ext cx="2967263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Specific information </a:t>
            </a:r>
            <a:r>
              <a:rPr lang="en-GB" sz="1800" b="0" dirty="0">
                <a:solidFill>
                  <a:srgbClr val="FF0000"/>
                </a:solidFill>
              </a:rPr>
              <a:t>y</a:t>
            </a:r>
            <a:r>
              <a:rPr lang="en-GB" sz="1800" b="0" i="1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65223B-F096-0C53-5106-99522163250C}"/>
              </a:ext>
            </a:extLst>
          </p:cNvPr>
          <p:cNvSpPr txBox="1"/>
          <p:nvPr/>
        </p:nvSpPr>
        <p:spPr>
          <a:xfrm>
            <a:off x="225892" y="3327615"/>
            <a:ext cx="2967264" cy="64633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Information yet to be received </a:t>
            </a:r>
            <a:r>
              <a:rPr lang="en-GB" sz="1800" b="0" dirty="0">
                <a:solidFill>
                  <a:srgbClr val="FF0000"/>
                </a:solidFill>
              </a:rPr>
              <a:t>Y = {y}</a:t>
            </a:r>
            <a:r>
              <a:rPr lang="en-GB" sz="1800" b="0" i="1" dirty="0">
                <a:solidFill>
                  <a:schemeClr val="accent2"/>
                </a:solidFill>
              </a:rPr>
              <a:t>: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D2B55-2AF3-D271-48A3-C30EF840BDFC}"/>
              </a:ext>
            </a:extLst>
          </p:cNvPr>
          <p:cNvSpPr txBox="1"/>
          <p:nvPr/>
        </p:nvSpPr>
        <p:spPr>
          <a:xfrm>
            <a:off x="225891" y="5583498"/>
            <a:ext cx="2967263" cy="92333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dirty="0">
                <a:solidFill>
                  <a:srgbClr val="FF0000"/>
                </a:solidFill>
              </a:rPr>
              <a:t>‘Perfect’ information</a:t>
            </a:r>
            <a:r>
              <a:rPr lang="en-GB" sz="1800" b="0" i="1" dirty="0">
                <a:solidFill>
                  <a:srgbClr val="FF0000"/>
                </a:solidFill>
              </a:rPr>
              <a:t> </a:t>
            </a:r>
            <a:r>
              <a:rPr lang="en-GB" sz="1800" b="0" i="1" dirty="0">
                <a:solidFill>
                  <a:schemeClr val="accent2"/>
                </a:solidFill>
              </a:rPr>
              <a:t>so you can always (for every x) choose the best action:</a:t>
            </a:r>
            <a:endParaRPr lang="en-US" sz="1800" b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5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597A-C3CB-6311-9120-F49E6A4ED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4032-1B25-74EA-3273-6366773E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Value of Information in the tree beetle example</a:t>
            </a:r>
            <a:endParaRPr lang="en-GB" dirty="0"/>
          </a:p>
        </p:txBody>
      </p:sp>
      <p:sp>
        <p:nvSpPr>
          <p:cNvPr id="14" name="Oval 3">
            <a:extLst>
              <a:ext uri="{FF2B5EF4-FFF2-40B4-BE49-F238E27FC236}">
                <a16:creationId xmlns:a16="http://schemas.microsoft.com/office/drawing/2014/main" id="{BAEE650F-602E-09C3-8EF1-224225DF1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471815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EEEB8773-E0B7-7CF6-EE34-F22980EE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6070362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D3A86B88-C3C7-007F-B637-B865CF35D249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1703780" y="5159638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1C6FD4-C242-7F3D-8E67-8C4FC75F9BBE}"/>
              </a:ext>
            </a:extLst>
          </p:cNvPr>
          <p:cNvSpPr txBox="1"/>
          <p:nvPr/>
        </p:nvSpPr>
        <p:spPr>
          <a:xfrm>
            <a:off x="606283" y="6080955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2B881579-F8A3-2882-F8F4-E252BA6DD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490" y="33935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329FAC1B-F02A-4F7C-FD1E-C24002F5D321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1021605" y="5094985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51C99E-5128-2193-C45A-9E871EDD3964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1703780" y="3834989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A1E9FFCD-7B56-F305-43AB-275D98B2498B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813944" y="3770336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C68580B-4836-BE2D-F4E8-9EF1066D6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3" y="2562068"/>
            <a:ext cx="3379622" cy="467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14ADB-4AF9-07A2-819B-CC915AFF5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1287671"/>
            <a:ext cx="4250132" cy="59487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C1796564-3206-EED4-C3BF-A9C1D163683D}"/>
              </a:ext>
            </a:extLst>
          </p:cNvPr>
          <p:cNvGrpSpPr/>
          <p:nvPr/>
        </p:nvGrpSpPr>
        <p:grpSpPr>
          <a:xfrm>
            <a:off x="170682" y="1790859"/>
            <a:ext cx="3625907" cy="646331"/>
            <a:chOff x="170682" y="1768914"/>
            <a:chExt cx="3625907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0E0CA1-0342-1D6F-1E56-3C742E913B4B}"/>
                </a:ext>
              </a:extLst>
            </p:cNvPr>
            <p:cNvSpPr txBox="1"/>
            <p:nvPr/>
          </p:nvSpPr>
          <p:spPr>
            <a:xfrm>
              <a:off x="170682" y="1768914"/>
              <a:ext cx="2722132" cy="646331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800" b="0" i="1" dirty="0">
                  <a:solidFill>
                    <a:schemeClr val="accent2"/>
                  </a:solidFill>
                </a:rPr>
                <a:t>If </a:t>
              </a:r>
              <a:r>
                <a:rPr lang="en-GB" sz="1800" b="0" dirty="0">
                  <a:solidFill>
                    <a:schemeClr val="accent2"/>
                  </a:solidFill>
                </a:rPr>
                <a:t>y = {y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,y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} </a:t>
              </a:r>
              <a:r>
                <a:rPr lang="en-GB" sz="1800" b="0" i="1" dirty="0">
                  <a:solidFill>
                    <a:schemeClr val="accent2"/>
                  </a:solidFill>
                </a:rPr>
                <a:t>and</a:t>
              </a:r>
            </a:p>
            <a:p>
              <a:r>
                <a:rPr lang="en-GB" sz="1800" b="0" dirty="0">
                  <a:solidFill>
                    <a:schemeClr val="accent2"/>
                  </a:solidFill>
                </a:rPr>
                <a:t>p[y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|x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1</a:t>
              </a:r>
              <a:r>
                <a:rPr lang="en-GB" sz="1800" b="0" dirty="0">
                  <a:solidFill>
                    <a:schemeClr val="accent2"/>
                  </a:solidFill>
                </a:rPr>
                <a:t>] = p[y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|x</a:t>
              </a:r>
              <a:r>
                <a:rPr lang="en-GB" sz="1800" b="0" baseline="-25000" dirty="0">
                  <a:solidFill>
                    <a:schemeClr val="accent2"/>
                  </a:solidFill>
                </a:rPr>
                <a:t>2</a:t>
              </a:r>
              <a:r>
                <a:rPr lang="en-GB" sz="1800" b="0" dirty="0">
                  <a:solidFill>
                    <a:schemeClr val="accent2"/>
                  </a:solidFill>
                </a:rPr>
                <a:t>] = 0.6</a:t>
              </a:r>
              <a:endParaRPr lang="en-US" sz="1800" b="0" dirty="0">
                <a:solidFill>
                  <a:schemeClr val="accent2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8053D59-1D0D-70BC-A38B-9B40C502581B}"/>
                </a:ext>
              </a:extLst>
            </p:cNvPr>
            <p:cNvCxnSpPr>
              <a:cxnSpLocks/>
              <a:stCxn id="12" idx="3"/>
            </p:cNvCxnSpPr>
            <p:nvPr/>
          </p:nvCxnSpPr>
          <p:spPr bwMode="auto">
            <a:xfrm>
              <a:off x="2892814" y="2092080"/>
              <a:ext cx="903775" cy="7382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107C5FD-AA50-78E2-F76B-D231BE956ADB}"/>
              </a:ext>
            </a:extLst>
          </p:cNvPr>
          <p:cNvSpPr txBox="1"/>
          <p:nvPr/>
        </p:nvSpPr>
        <p:spPr>
          <a:xfrm>
            <a:off x="3062542" y="4002315"/>
            <a:ext cx="3018916" cy="92333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partial</a:t>
            </a:r>
            <a:r>
              <a:rPr lang="en-GB" sz="1800" b="0" i="1" dirty="0">
                <a:solidFill>
                  <a:schemeClr val="accent2"/>
                </a:solidFill>
              </a:rPr>
              <a:t> = 43.6 – 43 = 0.6%</a:t>
            </a:r>
          </a:p>
          <a:p>
            <a:endParaRPr lang="en-GB" sz="1800" b="0" i="1" dirty="0">
              <a:solidFill>
                <a:schemeClr val="accent2"/>
              </a:solidFill>
            </a:endParaRPr>
          </a:p>
          <a:p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perfect</a:t>
            </a:r>
            <a:r>
              <a:rPr lang="en-GB" sz="1800" b="0" i="1" dirty="0">
                <a:solidFill>
                  <a:schemeClr val="accent2"/>
                </a:solidFill>
              </a:rPr>
              <a:t> = 58 – 43 = 15%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08BBF38-4F10-7A25-974B-92A6540F1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1" y="771628"/>
            <a:ext cx="1514247" cy="284402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8630966A-BEEA-EE8B-EECF-C76419063452}"/>
              </a:ext>
            </a:extLst>
          </p:cNvPr>
          <p:cNvSpPr/>
          <p:nvPr/>
        </p:nvSpPr>
        <p:spPr bwMode="auto">
          <a:xfrm>
            <a:off x="4146203" y="618441"/>
            <a:ext cx="654397" cy="516043"/>
          </a:xfrm>
          <a:prstGeom prst="ellipse">
            <a:avLst/>
          </a:prstGeom>
          <a:solidFill>
            <a:schemeClr val="bg1">
              <a:alpha val="0"/>
            </a:schemeClr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9DB6F-B291-052A-82A1-5EA702D165BB}"/>
              </a:ext>
            </a:extLst>
          </p:cNvPr>
          <p:cNvGrpSpPr/>
          <p:nvPr/>
        </p:nvGrpSpPr>
        <p:grpSpPr>
          <a:xfrm>
            <a:off x="3947901" y="1863385"/>
            <a:ext cx="4942284" cy="516043"/>
            <a:chOff x="3947901" y="1863385"/>
            <a:chExt cx="4942284" cy="51604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74D8AA-CE74-4E7F-AD40-593DFE2AF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47901" y="2003056"/>
              <a:ext cx="4858106" cy="257891"/>
            </a:xfrm>
            <a:prstGeom prst="rect">
              <a:avLst/>
            </a:prstGeom>
          </p:spPr>
        </p:pic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8D66261-FB1C-2515-9575-98B5786261B1}"/>
                </a:ext>
              </a:extLst>
            </p:cNvPr>
            <p:cNvSpPr/>
            <p:nvPr/>
          </p:nvSpPr>
          <p:spPr bwMode="auto">
            <a:xfrm>
              <a:off x="8084476" y="1863385"/>
              <a:ext cx="805709" cy="516043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C928-59FE-A459-5529-E97F94E20708}"/>
              </a:ext>
            </a:extLst>
          </p:cNvPr>
          <p:cNvGrpSpPr/>
          <p:nvPr/>
        </p:nvGrpSpPr>
        <p:grpSpPr>
          <a:xfrm>
            <a:off x="3947901" y="3028699"/>
            <a:ext cx="3283479" cy="516043"/>
            <a:chOff x="3947901" y="3028699"/>
            <a:chExt cx="3283479" cy="516043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DFAEE52-329A-F765-9380-D178820B1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47901" y="3179934"/>
              <a:ext cx="3176067" cy="213575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665BF8E-D209-F4B6-A102-235AFCF7FF32}"/>
                </a:ext>
              </a:extLst>
            </p:cNvPr>
            <p:cNvSpPr/>
            <p:nvPr/>
          </p:nvSpPr>
          <p:spPr bwMode="auto">
            <a:xfrm>
              <a:off x="6561735" y="3028699"/>
              <a:ext cx="669645" cy="516043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48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C368B-A982-5276-E0C8-F960B174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99C3-2690-F58C-C1F9-F9EA02B1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EXERCISE - Value of bad Information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986B1-AC18-1591-9C4F-1FC80AC71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52" y="1676291"/>
            <a:ext cx="4250132" cy="5948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B48633-C600-C12B-54F6-91107E77A0B9}"/>
              </a:ext>
            </a:extLst>
          </p:cNvPr>
          <p:cNvSpPr txBox="1"/>
          <p:nvPr/>
        </p:nvSpPr>
        <p:spPr>
          <a:xfrm>
            <a:off x="1191761" y="860754"/>
            <a:ext cx="6915919" cy="369332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b="0" i="1" dirty="0">
                <a:solidFill>
                  <a:schemeClr val="accent2"/>
                </a:solidFill>
              </a:rPr>
              <a:t>What would happen to </a:t>
            </a:r>
            <a:r>
              <a:rPr lang="en-GB" sz="1800" b="0" i="1" dirty="0" err="1">
                <a:solidFill>
                  <a:schemeClr val="accent2"/>
                </a:solidFill>
              </a:rPr>
              <a:t>VoI</a:t>
            </a:r>
            <a:r>
              <a:rPr lang="en-GB" sz="1800" b="0" i="1" baseline="-25000" dirty="0" err="1">
                <a:solidFill>
                  <a:schemeClr val="accent2"/>
                </a:solidFill>
              </a:rPr>
              <a:t>partial</a:t>
            </a:r>
            <a:r>
              <a:rPr lang="en-GB" sz="1800" b="0" i="1" dirty="0">
                <a:solidFill>
                  <a:schemeClr val="accent2"/>
                </a:solidFill>
              </a:rPr>
              <a:t> if </a:t>
            </a:r>
            <a:r>
              <a:rPr lang="en-GB" sz="1800" b="0" dirty="0">
                <a:solidFill>
                  <a:schemeClr val="accent2"/>
                </a:solidFill>
              </a:rPr>
              <a:t>p[y</a:t>
            </a:r>
            <a:r>
              <a:rPr lang="en-GB" sz="1800" b="0" baseline="-25000" dirty="0">
                <a:solidFill>
                  <a:schemeClr val="accent2"/>
                </a:solidFill>
              </a:rPr>
              <a:t>1</a:t>
            </a:r>
            <a:r>
              <a:rPr lang="en-GB" sz="1800" b="0" dirty="0">
                <a:solidFill>
                  <a:schemeClr val="accent2"/>
                </a:solidFill>
              </a:rPr>
              <a:t>|x</a:t>
            </a:r>
            <a:r>
              <a:rPr lang="en-GB" sz="1800" b="0" baseline="-25000" dirty="0">
                <a:solidFill>
                  <a:schemeClr val="accent2"/>
                </a:solidFill>
              </a:rPr>
              <a:t>1</a:t>
            </a:r>
            <a:r>
              <a:rPr lang="en-GB" sz="1800" b="0" dirty="0">
                <a:solidFill>
                  <a:schemeClr val="accent2"/>
                </a:solidFill>
              </a:rPr>
              <a:t>] = p[y</a:t>
            </a:r>
            <a:r>
              <a:rPr lang="en-GB" sz="1800" b="0" baseline="-25000" dirty="0">
                <a:solidFill>
                  <a:schemeClr val="accent2"/>
                </a:solidFill>
              </a:rPr>
              <a:t>2</a:t>
            </a:r>
            <a:r>
              <a:rPr lang="en-GB" sz="1800" b="0" dirty="0">
                <a:solidFill>
                  <a:schemeClr val="accent2"/>
                </a:solidFill>
              </a:rPr>
              <a:t>|x</a:t>
            </a:r>
            <a:r>
              <a:rPr lang="en-GB" sz="1800" b="0" baseline="-25000" dirty="0">
                <a:solidFill>
                  <a:schemeClr val="accent2"/>
                </a:solidFill>
              </a:rPr>
              <a:t>2</a:t>
            </a:r>
            <a:r>
              <a:rPr lang="en-GB" sz="1800" b="0" dirty="0">
                <a:solidFill>
                  <a:schemeClr val="accent2"/>
                </a:solidFill>
              </a:rPr>
              <a:t>] = 0.5?</a:t>
            </a:r>
            <a:endParaRPr lang="en-US" sz="1800" b="0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70E2D-3A25-636F-5DC7-5776C2604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2614396"/>
            <a:ext cx="3093720" cy="537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07402-B304-519D-98A1-8866331E9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200" y="3596639"/>
            <a:ext cx="2445506" cy="4419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4737AB-CD26-9416-7CCB-E15116221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440" y="4626921"/>
            <a:ext cx="919480" cy="2883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EDA661-6E76-CA07-4902-0C1323603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64" y="5381837"/>
            <a:ext cx="4437380" cy="2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0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467F-5CB4-8134-E31E-68453462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CEC5-E493-589A-F747-0F7240A3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Graphical models: From PRA to BDT</a:t>
            </a:r>
            <a:endParaRPr lang="en-GB" dirty="0"/>
          </a:p>
        </p:txBody>
      </p:sp>
      <p:sp>
        <p:nvSpPr>
          <p:cNvPr id="18436" name="Oval 3">
            <a:extLst>
              <a:ext uri="{FF2B5EF4-FFF2-40B4-BE49-F238E27FC236}">
                <a16:creationId xmlns:a16="http://schemas.microsoft.com/office/drawing/2014/main" id="{92D66E47-4FB3-B064-FF4E-668F1853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678AA711-0FFF-1B3F-C712-DADA9352F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6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AB148E7B-FF57-307F-2F1A-05434FF0D243}"/>
              </a:ext>
            </a:extLst>
          </p:cNvPr>
          <p:cNvCxnSpPr>
            <a:cxnSpLocks noChangeShapeType="1"/>
            <a:stCxn id="28" idx="0"/>
            <a:endCxn id="18436" idx="4"/>
          </p:cNvCxnSpPr>
          <p:nvPr/>
        </p:nvCxnSpPr>
        <p:spPr bwMode="auto">
          <a:xfrm flipV="1">
            <a:off x="880116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4" name="Oval 3">
            <a:extLst>
              <a:ext uri="{FF2B5EF4-FFF2-40B4-BE49-F238E27FC236}">
                <a16:creationId xmlns:a16="http://schemas.microsoft.com/office/drawing/2014/main" id="{8D354B3F-41D8-B8A7-6A82-1B6CA6A5C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FCBF4BA3-5FDB-72B5-FD6D-E3A9DBD8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16" name="Straight Arrow Connector 6">
            <a:extLst>
              <a:ext uri="{FF2B5EF4-FFF2-40B4-BE49-F238E27FC236}">
                <a16:creationId xmlns:a16="http://schemas.microsoft.com/office/drawing/2014/main" id="{CD661A84-F800-2669-F24C-5A3D2BE157EC}"/>
              </a:ext>
            </a:extLst>
          </p:cNvPr>
          <p:cNvCxnSpPr>
            <a:cxnSpLocks noChangeShapeType="1"/>
            <a:stCxn id="15" idx="0"/>
            <a:endCxn id="14" idx="4"/>
          </p:cNvCxnSpPr>
          <p:nvPr/>
        </p:nvCxnSpPr>
        <p:spPr bwMode="auto">
          <a:xfrm flipV="1">
            <a:off x="3035489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CD6998-C751-CCA9-67C3-E2C22453B5AA}"/>
              </a:ext>
            </a:extLst>
          </p:cNvPr>
          <p:cNvSpPr txBox="1"/>
          <p:nvPr/>
        </p:nvSpPr>
        <p:spPr>
          <a:xfrm>
            <a:off x="1937992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9" name="Oval 3">
            <a:extLst>
              <a:ext uri="{FF2B5EF4-FFF2-40B4-BE49-F238E27FC236}">
                <a16:creationId xmlns:a16="http://schemas.microsoft.com/office/drawing/2014/main" id="{F524EEF9-8443-81F1-0A45-7704363AE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199" y="219895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3" name="Straight Arrow Connector 6">
            <a:extLst>
              <a:ext uri="{FF2B5EF4-FFF2-40B4-BE49-F238E27FC236}">
                <a16:creationId xmlns:a16="http://schemas.microsoft.com/office/drawing/2014/main" id="{BE10CBBF-A04A-06F3-1807-921073D7B8DA}"/>
              </a:ext>
            </a:extLst>
          </p:cNvPr>
          <p:cNvCxnSpPr>
            <a:cxnSpLocks noChangeShapeType="1"/>
            <a:endCxn id="14" idx="3"/>
          </p:cNvCxnSpPr>
          <p:nvPr/>
        </p:nvCxnSpPr>
        <p:spPr bwMode="auto">
          <a:xfrm flipV="1">
            <a:off x="2353314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5E3278-5F59-0700-F57E-0CF4442C4DA7}"/>
              </a:ext>
            </a:extLst>
          </p:cNvPr>
          <p:cNvCxnSpPr>
            <a:cxnSpLocks noChangeShapeType="1"/>
            <a:stCxn id="14" idx="0"/>
            <a:endCxn id="19" idx="4"/>
          </p:cNvCxnSpPr>
          <p:nvPr/>
        </p:nvCxnSpPr>
        <p:spPr bwMode="auto">
          <a:xfrm flipV="1">
            <a:off x="3035489" y="2640436"/>
            <a:ext cx="0" cy="88316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1B21E321-C14F-7D3F-EDC0-C1A4D267041F}"/>
              </a:ext>
            </a:extLst>
          </p:cNvPr>
          <p:cNvCxnSpPr>
            <a:cxnSpLocks noChangeShapeType="1"/>
            <a:stCxn id="18" idx="0"/>
            <a:endCxn id="19" idx="3"/>
          </p:cNvCxnSpPr>
          <p:nvPr/>
        </p:nvCxnSpPr>
        <p:spPr bwMode="auto">
          <a:xfrm flipV="1">
            <a:off x="2145653" y="2575783"/>
            <a:ext cx="717804" cy="231061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7" name="Oval 3">
            <a:extLst>
              <a:ext uri="{FF2B5EF4-FFF2-40B4-BE49-F238E27FC236}">
                <a16:creationId xmlns:a16="http://schemas.microsoft.com/office/drawing/2014/main" id="{0E6936D0-8538-0C80-1EF1-BB909912C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564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FD0BBC1D-1CC8-1306-3863-DBDC6F674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564" y="487580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3765909A-0AC4-6E91-9538-632ED243855E}"/>
              </a:ext>
            </a:extLst>
          </p:cNvPr>
          <p:cNvCxnSpPr>
            <a:cxnSpLocks noChangeShapeType="1"/>
            <a:stCxn id="20" idx="0"/>
            <a:endCxn id="17" idx="4"/>
          </p:cNvCxnSpPr>
          <p:nvPr/>
        </p:nvCxnSpPr>
        <p:spPr bwMode="auto">
          <a:xfrm flipV="1">
            <a:off x="5153854" y="396508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6D751AC-CFF7-0680-1D51-D271455E9EFB}"/>
              </a:ext>
            </a:extLst>
          </p:cNvPr>
          <p:cNvSpPr txBox="1"/>
          <p:nvPr/>
        </p:nvSpPr>
        <p:spPr>
          <a:xfrm>
            <a:off x="4056357" y="488640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3" name="Oval 3">
            <a:extLst>
              <a:ext uri="{FF2B5EF4-FFF2-40B4-BE49-F238E27FC236}">
                <a16:creationId xmlns:a16="http://schemas.microsoft.com/office/drawing/2014/main" id="{6DFD170A-06A3-F677-D213-3B7443C22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618" y="119587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24" name="Straight Arrow Connector 6">
            <a:extLst>
              <a:ext uri="{FF2B5EF4-FFF2-40B4-BE49-F238E27FC236}">
                <a16:creationId xmlns:a16="http://schemas.microsoft.com/office/drawing/2014/main" id="{2D3E76C1-FFFE-582F-9820-75E3E440E97D}"/>
              </a:ext>
            </a:extLst>
          </p:cNvPr>
          <p:cNvCxnSpPr>
            <a:cxnSpLocks noChangeShapeType="1"/>
            <a:endCxn id="17" idx="3"/>
          </p:cNvCxnSpPr>
          <p:nvPr/>
        </p:nvCxnSpPr>
        <p:spPr bwMode="auto">
          <a:xfrm flipV="1">
            <a:off x="4471679" y="3900432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014484-0984-47E2-038D-4DAD58C9F371}"/>
              </a:ext>
            </a:extLst>
          </p:cNvPr>
          <p:cNvCxnSpPr>
            <a:cxnSpLocks noChangeShapeType="1"/>
            <a:stCxn id="17" idx="0"/>
            <a:endCxn id="34" idx="4"/>
          </p:cNvCxnSpPr>
          <p:nvPr/>
        </p:nvCxnSpPr>
        <p:spPr bwMode="auto">
          <a:xfrm flipV="1">
            <a:off x="5153854" y="263615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26" name="Straight Arrow Connector 6">
            <a:extLst>
              <a:ext uri="{FF2B5EF4-FFF2-40B4-BE49-F238E27FC236}">
                <a16:creationId xmlns:a16="http://schemas.microsoft.com/office/drawing/2014/main" id="{2D874B01-5F9E-DA7B-F60E-BABB68583931}"/>
              </a:ext>
            </a:extLst>
          </p:cNvPr>
          <p:cNvCxnSpPr>
            <a:cxnSpLocks noChangeShapeType="1"/>
            <a:stCxn id="22" idx="0"/>
            <a:endCxn id="35" idx="4"/>
          </p:cNvCxnSpPr>
          <p:nvPr/>
        </p:nvCxnSpPr>
        <p:spPr bwMode="auto">
          <a:xfrm flipH="1" flipV="1">
            <a:off x="4248125" y="2640436"/>
            <a:ext cx="15893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34" name="Oval 3">
            <a:extLst>
              <a:ext uri="{FF2B5EF4-FFF2-40B4-BE49-F238E27FC236}">
                <a16:creationId xmlns:a16="http://schemas.microsoft.com/office/drawing/2014/main" id="{776309C2-4720-001C-DB14-6D4A5CE1E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908" y="219467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35" name="Oval 3">
            <a:extLst>
              <a:ext uri="{FF2B5EF4-FFF2-40B4-BE49-F238E27FC236}">
                <a16:creationId xmlns:a16="http://schemas.microsoft.com/office/drawing/2014/main" id="{C26739E6-443B-3DA9-B55C-6B486224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847" y="219895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CA6F09-7E8E-DE41-77B6-274D197ECB9B}"/>
              </a:ext>
            </a:extLst>
          </p:cNvPr>
          <p:cNvCxnSpPr>
            <a:cxnSpLocks noChangeShapeType="1"/>
            <a:stCxn id="34" idx="0"/>
            <a:endCxn id="23" idx="5"/>
          </p:cNvCxnSpPr>
          <p:nvPr/>
        </p:nvCxnSpPr>
        <p:spPr bwMode="auto">
          <a:xfrm flipH="1" flipV="1">
            <a:off x="4831940" y="1572697"/>
            <a:ext cx="321914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022747-7D1D-5822-424B-EDA463AE3620}"/>
              </a:ext>
            </a:extLst>
          </p:cNvPr>
          <p:cNvCxnSpPr>
            <a:cxnSpLocks noChangeShapeType="1"/>
            <a:stCxn id="35" idx="0"/>
            <a:endCxn id="23" idx="3"/>
          </p:cNvCxnSpPr>
          <p:nvPr/>
        </p:nvCxnSpPr>
        <p:spPr bwMode="auto">
          <a:xfrm flipV="1">
            <a:off x="4248125" y="1572697"/>
            <a:ext cx="239751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1" name="Oval 3">
            <a:extLst>
              <a:ext uri="{FF2B5EF4-FFF2-40B4-BE49-F238E27FC236}">
                <a16:creationId xmlns:a16="http://schemas.microsoft.com/office/drawing/2014/main" id="{449CDCCE-5519-BE54-44B2-29DE92808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792" y="352578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D23EBF55-A841-A83C-779B-82FAF9A40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792" y="4877988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B5457661-730E-EFFD-48AB-159B821DD312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7455082" y="3967264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959EAE2-0A82-73FD-559D-73211CC6B08E}"/>
              </a:ext>
            </a:extLst>
          </p:cNvPr>
          <p:cNvSpPr txBox="1"/>
          <p:nvPr/>
        </p:nvSpPr>
        <p:spPr>
          <a:xfrm>
            <a:off x="6357585" y="4888581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D86E9358-4833-1BA2-8281-A62CAD6B9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846" y="119804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8988705F-E9E1-6EE6-C60E-3C8BF34B86A2}"/>
              </a:ext>
            </a:extLst>
          </p:cNvPr>
          <p:cNvCxnSpPr>
            <a:cxnSpLocks noChangeShapeType="1"/>
            <a:endCxn id="51" idx="3"/>
          </p:cNvCxnSpPr>
          <p:nvPr/>
        </p:nvCxnSpPr>
        <p:spPr bwMode="auto">
          <a:xfrm flipV="1">
            <a:off x="6772907" y="3902611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34AFA5D-2C31-76A8-393E-A7977046B0A2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7455082" y="2638338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34B2049B-2A3F-9FA2-DCB8-4100CCF38882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H="1" flipV="1">
            <a:off x="6549353" y="2642615"/>
            <a:ext cx="15893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89D8747F-2E32-6FFA-995A-2B250822D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36" y="2196858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9E19EF77-19D1-100B-BC3E-F4649EB6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075" y="2201135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00FB5D0-A9EE-B978-B996-50AD2557B2C9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7133168" y="1574876"/>
            <a:ext cx="321914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1DDBE8D-A848-0AB6-1187-5E32288FE669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6549353" y="1574876"/>
            <a:ext cx="239751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564A343D-A61A-B04D-BCAB-C0C86965E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96" y="352360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4ED65DE2-DCF1-BC25-6EEC-38FE969B6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96" y="4876753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205E701A-394C-B71A-8ED9-375CA2F13124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7698372" y="3744345"/>
            <a:ext cx="475724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C4577D6B-131E-12C4-FDDE-EC68E60810EC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7627114" y="3902611"/>
            <a:ext cx="61824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18449" name="Rectangle 16">
            <a:extLst>
              <a:ext uri="{FF2B5EF4-FFF2-40B4-BE49-F238E27FC236}">
                <a16:creationId xmlns:a16="http://schemas.microsoft.com/office/drawing/2014/main" id="{3A8A39C1-179E-2750-74AD-DC4FF1006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36" y="5735695"/>
            <a:ext cx="1431153" cy="7078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/>
              <a:t>p[</a:t>
            </a:r>
            <a:r>
              <a:rPr lang="en-GB" altLang="en-US" sz="2000" dirty="0" err="1"/>
              <a:t>x,z</a:t>
            </a:r>
            <a:r>
              <a:rPr lang="en-GB" altLang="en-US" sz="2000" dirty="0"/>
              <a:t>] </a:t>
            </a:r>
            <a:r>
              <a:rPr lang="en-GB" altLang="en-US" sz="2000" b="0" dirty="0"/>
              <a:t>=</a:t>
            </a:r>
          </a:p>
          <a:p>
            <a:pPr algn="r"/>
            <a:r>
              <a:rPr lang="en-GB" altLang="en-US" sz="2000" b="0" dirty="0"/>
              <a:t>p[x] p[</a:t>
            </a:r>
            <a:r>
              <a:rPr lang="en-GB" altLang="en-US" sz="2000" b="0" dirty="0" err="1"/>
              <a:t>z|</a:t>
            </a:r>
            <a:r>
              <a:rPr lang="en-GB" altLang="en-US" sz="2000" b="0" i="1" dirty="0" err="1"/>
              <a:t>x</a:t>
            </a:r>
            <a:r>
              <a:rPr lang="en-GB" altLang="en-US" sz="2000" b="0" dirty="0"/>
              <a:t>]</a:t>
            </a:r>
          </a:p>
        </p:txBody>
      </p:sp>
      <p:sp>
        <p:nvSpPr>
          <p:cNvPr id="18450" name="Rectangle 16">
            <a:extLst>
              <a:ext uri="{FF2B5EF4-FFF2-40B4-BE49-F238E27FC236}">
                <a16:creationId xmlns:a16="http://schemas.microsoft.com/office/drawing/2014/main" id="{770D2E71-FCE9-33BA-C58C-ECB8D0A12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992" y="5735695"/>
            <a:ext cx="2411932" cy="707886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chemeClr val="accent2"/>
                </a:solidFill>
              </a:rPr>
              <a:t>p[</a:t>
            </a:r>
            <a:r>
              <a:rPr lang="en-GB" altLang="en-US" sz="2000" dirty="0" err="1">
                <a:solidFill>
                  <a:schemeClr val="accent2"/>
                </a:solidFill>
              </a:rPr>
              <a:t>x,z,u|a</a:t>
            </a:r>
            <a:r>
              <a:rPr lang="en-GB" altLang="en-US" sz="2000" dirty="0">
                <a:solidFill>
                  <a:schemeClr val="accent2"/>
                </a:solidFill>
              </a:rPr>
              <a:t>] </a:t>
            </a:r>
            <a:r>
              <a:rPr lang="en-GB" altLang="en-US" sz="2000" b="0" dirty="0">
                <a:solidFill>
                  <a:schemeClr val="accent2"/>
                </a:solidFill>
              </a:rPr>
              <a:t>=</a:t>
            </a:r>
          </a:p>
          <a:p>
            <a:pPr algn="r"/>
            <a:r>
              <a:rPr lang="en-GB" altLang="en-US" sz="2000" b="0" dirty="0">
                <a:solidFill>
                  <a:schemeClr val="accent2"/>
                </a:solidFill>
              </a:rPr>
              <a:t>p[x]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z|a,</a:t>
            </a:r>
            <a:r>
              <a:rPr lang="en-GB" altLang="en-US" sz="2000" b="0" i="1" dirty="0" err="1">
                <a:solidFill>
                  <a:schemeClr val="accent2"/>
                </a:solidFill>
              </a:rPr>
              <a:t>x</a:t>
            </a:r>
            <a:r>
              <a:rPr lang="en-GB" altLang="en-US" sz="2000" b="0" dirty="0">
                <a:solidFill>
                  <a:schemeClr val="accent2"/>
                </a:solidFill>
              </a:rPr>
              <a:t>] p[</a:t>
            </a:r>
            <a:r>
              <a:rPr lang="en-GB" altLang="en-US" sz="2000" b="0" dirty="0" err="1">
                <a:solidFill>
                  <a:schemeClr val="accent2"/>
                </a:solidFill>
              </a:rPr>
              <a:t>u|a,z</a:t>
            </a:r>
            <a:r>
              <a:rPr lang="en-GB" altLang="en-US" sz="2000" b="0" dirty="0">
                <a:solidFill>
                  <a:schemeClr val="accent2"/>
                </a:solidFill>
              </a:rPr>
              <a:t>]</a:t>
            </a:r>
          </a:p>
        </p:txBody>
      </p:sp>
      <p:sp>
        <p:nvSpPr>
          <p:cNvPr id="18451" name="Rectangle 16">
            <a:extLst>
              <a:ext uri="{FF2B5EF4-FFF2-40B4-BE49-F238E27FC236}">
                <a16:creationId xmlns:a16="http://schemas.microsoft.com/office/drawing/2014/main" id="{1277435F-802B-6023-CBAE-B31910807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978" y="5735695"/>
            <a:ext cx="2411932" cy="7078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000" dirty="0">
                <a:solidFill>
                  <a:srgbClr val="FF0000"/>
                </a:solidFill>
              </a:rPr>
              <a:t>z</a:t>
            </a:r>
            <a:r>
              <a:rPr lang="en-GB" altLang="en-US" sz="2000" b="0" dirty="0">
                <a:solidFill>
                  <a:srgbClr val="FF0000"/>
                </a:solidFill>
              </a:rPr>
              <a:t> = f(</a:t>
            </a:r>
            <a:r>
              <a:rPr lang="en-GB" altLang="en-US" sz="2000" b="0" dirty="0" err="1">
                <a:solidFill>
                  <a:srgbClr val="FF0000"/>
                </a:solidFill>
              </a:rPr>
              <a:t>a,x</a:t>
            </a:r>
            <a:r>
              <a:rPr lang="en-GB" altLang="en-US" sz="2000" b="0" dirty="0">
                <a:solidFill>
                  <a:srgbClr val="FF0000"/>
                </a:solidFill>
              </a:rPr>
              <a:t>,𝝑) + 𝜺</a:t>
            </a:r>
          </a:p>
          <a:p>
            <a:r>
              <a:rPr lang="en-GB" altLang="en-US" sz="2000" b="0" dirty="0">
                <a:solidFill>
                  <a:srgbClr val="FF0000"/>
                </a:solidFill>
              </a:rPr>
              <a:t>       p[x], p[𝝑], p[𝜺]</a:t>
            </a:r>
          </a:p>
        </p:txBody>
      </p:sp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F7E4A67D-32BE-BD76-F175-435CFA0804C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83080" y="646611"/>
            <a:ext cx="0" cy="579697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455" name="TextBox 18454">
            <a:extLst>
              <a:ext uri="{FF2B5EF4-FFF2-40B4-BE49-F238E27FC236}">
                <a16:creationId xmlns:a16="http://schemas.microsoft.com/office/drawing/2014/main" id="{94D13E7F-5D59-DD09-70BE-46D22C401B52}"/>
              </a:ext>
            </a:extLst>
          </p:cNvPr>
          <p:cNvSpPr txBox="1"/>
          <p:nvPr/>
        </p:nvSpPr>
        <p:spPr>
          <a:xfrm>
            <a:off x="629308" y="718615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200" u="sng" dirty="0"/>
              <a:t>PRA</a:t>
            </a:r>
          </a:p>
        </p:txBody>
      </p:sp>
      <p:sp>
        <p:nvSpPr>
          <p:cNvPr id="18456" name="TextBox 18455">
            <a:extLst>
              <a:ext uri="{FF2B5EF4-FFF2-40B4-BE49-F238E27FC236}">
                <a16:creationId xmlns:a16="http://schemas.microsoft.com/office/drawing/2014/main" id="{C1C9215F-B055-00BA-1F34-032905ADFEA9}"/>
              </a:ext>
            </a:extLst>
          </p:cNvPr>
          <p:cNvSpPr txBox="1"/>
          <p:nvPr/>
        </p:nvSpPr>
        <p:spPr>
          <a:xfrm>
            <a:off x="1904887" y="715364"/>
            <a:ext cx="1031966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chemeClr val="accent2"/>
                </a:solidFill>
              </a:rPr>
              <a:t>BDT</a:t>
            </a:r>
          </a:p>
        </p:txBody>
      </p:sp>
    </p:spTree>
    <p:extLst>
      <p:ext uri="{BB962C8B-B14F-4D97-AF65-F5344CB8AC3E}">
        <p14:creationId xmlns:p14="http://schemas.microsoft.com/office/powerpoint/2010/main" val="154418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8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8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2" grpId="0" animBg="1"/>
      <p:bldP spid="23" grpId="0" animBg="1"/>
      <p:bldP spid="34" grpId="0" animBg="1"/>
      <p:bldP spid="35" grpId="0" animBg="1"/>
      <p:bldP spid="51" grpId="0" animBg="1"/>
      <p:bldP spid="52" grpId="0" animBg="1"/>
      <p:bldP spid="54" grpId="0" animBg="1"/>
      <p:bldP spid="55" grpId="0" animBg="1"/>
      <p:bldP spid="59" grpId="0" animBg="1"/>
      <p:bldP spid="60" grpId="0" animBg="1"/>
      <p:bldP spid="63" grpId="0" animBg="1"/>
      <p:bldP spid="18432" grpId="0" animBg="1"/>
      <p:bldP spid="1845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C5880-2D6E-7C45-E245-83D032A1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EF11-77D7-81B8-9B65-C0279FDF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BDT for forestry</a:t>
            </a:r>
            <a:endParaRPr lang="en-GB" dirty="0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0116B973-5BED-867F-708F-2A6970AB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442" y="381969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3E0BD260-833E-549D-93F6-384FBA215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442" y="517189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AB53EAE1-154E-E7E1-CE6F-41380D82B599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3849732" y="426117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7921B5A-DA92-D54D-EB06-AF28E45768B8}"/>
              </a:ext>
            </a:extLst>
          </p:cNvPr>
          <p:cNvSpPr txBox="1"/>
          <p:nvPr/>
        </p:nvSpPr>
        <p:spPr>
          <a:xfrm>
            <a:off x="2236256" y="518249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CA052BB0-2704-EF70-DC3F-12A0A534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6963" y="149196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BE69019B-6BBE-D500-4636-F763918C2EB3}"/>
              </a:ext>
            </a:extLst>
          </p:cNvPr>
          <p:cNvCxnSpPr>
            <a:cxnSpLocks noChangeShapeType="1"/>
            <a:stCxn id="54" idx="3"/>
            <a:endCxn id="51" idx="3"/>
          </p:cNvCxnSpPr>
          <p:nvPr/>
        </p:nvCxnSpPr>
        <p:spPr bwMode="auto">
          <a:xfrm flipV="1">
            <a:off x="2651578" y="4196522"/>
            <a:ext cx="1026122" cy="120141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C581DD-ACAA-9B6B-ECD7-EA8CB9E10A9F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3849732" y="293224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72B49B61-722D-C303-01F8-D5880F761E84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V="1">
            <a:off x="2443917" y="2936526"/>
            <a:ext cx="16776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3563F97E-AA7F-3D18-DBB7-C367658D7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786" y="249076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2C974836-CAA6-32B8-E49C-A310977B3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415" y="249504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0B4AFBF-73B0-E5B1-5FDE-EAFE37D67BE7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3312285" y="1868787"/>
            <a:ext cx="537447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5C12778-AE0F-BAC6-E441-36979C0DE7AB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2460693" y="1868787"/>
            <a:ext cx="507528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A43DD4C3-272C-3E37-1FFD-4839B5DF5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765" y="381751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8D564821-7A8F-3152-4BCB-EA74AC67F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96" y="517066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8DB78AEE-FB50-2FFA-A528-B3141F781C29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4093022" y="4038256"/>
            <a:ext cx="1102743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6D590F74-3307-2757-6520-B6AB10685E6D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4021764" y="4196522"/>
            <a:ext cx="125179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DAFB70-6BC2-728B-1E23-2126F6F29013}"/>
              </a:ext>
            </a:extLst>
          </p:cNvPr>
          <p:cNvGrpSpPr/>
          <p:nvPr/>
        </p:nvGrpSpPr>
        <p:grpSpPr>
          <a:xfrm>
            <a:off x="5642561" y="3860121"/>
            <a:ext cx="2051463" cy="1701621"/>
            <a:chOff x="5642561" y="3814404"/>
            <a:chExt cx="2051463" cy="17016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7C3D418-333F-77CA-FBFF-995C49646434}"/>
                </a:ext>
              </a:extLst>
            </p:cNvPr>
            <p:cNvSpPr txBox="1"/>
            <p:nvPr/>
          </p:nvSpPr>
          <p:spPr>
            <a:xfrm>
              <a:off x="5642561" y="3814404"/>
              <a:ext cx="1520539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rgbClr val="FF0000"/>
                  </a:solidFill>
                </a:rPr>
                <a:t>Model error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838DC2-BF67-CC84-A00B-713B80E2858A}"/>
                </a:ext>
              </a:extLst>
            </p:cNvPr>
            <p:cNvSpPr txBox="1"/>
            <p:nvPr/>
          </p:nvSpPr>
          <p:spPr>
            <a:xfrm>
              <a:off x="5648424" y="5177471"/>
              <a:ext cx="2045600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rgbClr val="FF0000"/>
                  </a:solidFill>
                </a:rPr>
                <a:t>Model parameters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2B22A-3908-2D60-E170-01FEC809433C}"/>
              </a:ext>
            </a:extLst>
          </p:cNvPr>
          <p:cNvGrpSpPr/>
          <p:nvPr/>
        </p:nvGrpSpPr>
        <p:grpSpPr>
          <a:xfrm>
            <a:off x="425591" y="1189951"/>
            <a:ext cx="4950580" cy="4500371"/>
            <a:chOff x="425591" y="1144234"/>
            <a:chExt cx="4950580" cy="45003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9E78CB-E32D-8CE8-FED7-19E53D76BD08}"/>
                </a:ext>
              </a:extLst>
            </p:cNvPr>
            <p:cNvSpPr txBox="1"/>
            <p:nvPr/>
          </p:nvSpPr>
          <p:spPr>
            <a:xfrm>
              <a:off x="486553" y="2353810"/>
              <a:ext cx="1731464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Management costs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A75AD0-CB4B-4EE2-D0A4-523A724CA76F}"/>
                </a:ext>
              </a:extLst>
            </p:cNvPr>
            <p:cNvSpPr txBox="1"/>
            <p:nvPr/>
          </p:nvSpPr>
          <p:spPr>
            <a:xfrm>
              <a:off x="425591" y="5059830"/>
              <a:ext cx="1817196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Management actions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F18BE0-B2FA-A919-D674-058477B95A6A}"/>
                </a:ext>
              </a:extLst>
            </p:cNvPr>
            <p:cNvSpPr txBox="1"/>
            <p:nvPr/>
          </p:nvSpPr>
          <p:spPr>
            <a:xfrm>
              <a:off x="4269957" y="2347197"/>
              <a:ext cx="1106214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accent2"/>
                  </a:solidFill>
                </a:rPr>
                <a:t>Timber sale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035DBB-0FFB-2A22-57AA-392A6C951418}"/>
                </a:ext>
              </a:extLst>
            </p:cNvPr>
            <p:cNvSpPr txBox="1"/>
            <p:nvPr/>
          </p:nvSpPr>
          <p:spPr>
            <a:xfrm>
              <a:off x="2269130" y="1144234"/>
              <a:ext cx="1731464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accent2"/>
                  </a:solidFill>
                </a:rPr>
                <a:t>Utility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E3717D0-E76C-3D7C-5F95-09DDDCE2FE17}"/>
              </a:ext>
            </a:extLst>
          </p:cNvPr>
          <p:cNvGrpSpPr/>
          <p:nvPr/>
        </p:nvGrpSpPr>
        <p:grpSpPr>
          <a:xfrm>
            <a:off x="2958290" y="3367855"/>
            <a:ext cx="2439296" cy="2583724"/>
            <a:chOff x="2958290" y="3322138"/>
            <a:chExt cx="2439296" cy="25837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BDFA9E-803F-158D-E37A-513D161CF30D}"/>
                </a:ext>
              </a:extLst>
            </p:cNvPr>
            <p:cNvSpPr txBox="1"/>
            <p:nvPr/>
          </p:nvSpPr>
          <p:spPr>
            <a:xfrm>
              <a:off x="4000594" y="3322138"/>
              <a:ext cx="1396992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tx2"/>
                  </a:solidFill>
                </a:rPr>
                <a:t>Forest growth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6249044-20A6-5591-A9A5-08E264D21A74}"/>
                </a:ext>
              </a:extLst>
            </p:cNvPr>
            <p:cNvSpPr txBox="1"/>
            <p:nvPr/>
          </p:nvSpPr>
          <p:spPr>
            <a:xfrm>
              <a:off x="2958290" y="5567308"/>
              <a:ext cx="1731464" cy="338554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tx2"/>
                  </a:solidFill>
                </a:rPr>
                <a:t>Climate</a:t>
              </a:r>
            </a:p>
          </p:txBody>
        </p:sp>
      </p:grpSp>
      <p:pic>
        <p:nvPicPr>
          <p:cNvPr id="9" name="Picture 974" descr="P6260402small">
            <a:extLst>
              <a:ext uri="{FF2B5EF4-FFF2-40B4-BE49-F238E27FC236}">
                <a16:creationId xmlns:a16="http://schemas.microsoft.com/office/drawing/2014/main" id="{0E8D6447-9100-5A93-4511-47E100C48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63100" y="85302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554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3252-3AA3-909E-9DF0-B8B647C9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E20A-8E77-B1F4-1CCA-D0BAB129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Two realisations of the network</a:t>
            </a:r>
            <a:endParaRPr lang="en-GB" dirty="0"/>
          </a:p>
        </p:txBody>
      </p:sp>
      <p:sp>
        <p:nvSpPr>
          <p:cNvPr id="51" name="Oval 3">
            <a:extLst>
              <a:ext uri="{FF2B5EF4-FFF2-40B4-BE49-F238E27FC236}">
                <a16:creationId xmlns:a16="http://schemas.microsoft.com/office/drawing/2014/main" id="{82429AE4-5E85-1716-8AAD-C92E8E088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73" y="3819695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52" name="Oval 3">
            <a:extLst>
              <a:ext uri="{FF2B5EF4-FFF2-40B4-BE49-F238E27FC236}">
                <a16:creationId xmlns:a16="http://schemas.microsoft.com/office/drawing/2014/main" id="{8BBF3F53-9C2E-03F2-76C7-B8F0BB398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973" y="5171899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ED9ED692-D1C6-46CA-A5B4-B90D1EA7FE82}"/>
              </a:ext>
            </a:extLst>
          </p:cNvPr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3856263" y="4261175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08DEC2-C7A4-B4CB-4DE7-63D59645EA95}"/>
              </a:ext>
            </a:extLst>
          </p:cNvPr>
          <p:cNvSpPr txBox="1"/>
          <p:nvPr/>
        </p:nvSpPr>
        <p:spPr>
          <a:xfrm>
            <a:off x="2242787" y="5182492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154D7199-C665-19E3-5278-582EBBD4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494" y="1491960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56" name="Straight Arrow Connector 6">
            <a:extLst>
              <a:ext uri="{FF2B5EF4-FFF2-40B4-BE49-F238E27FC236}">
                <a16:creationId xmlns:a16="http://schemas.microsoft.com/office/drawing/2014/main" id="{DD2E4F7B-542D-04BF-920E-6F6BF81500A5}"/>
              </a:ext>
            </a:extLst>
          </p:cNvPr>
          <p:cNvCxnSpPr>
            <a:cxnSpLocks noChangeShapeType="1"/>
            <a:stCxn id="54" idx="3"/>
            <a:endCxn id="51" idx="3"/>
          </p:cNvCxnSpPr>
          <p:nvPr/>
        </p:nvCxnSpPr>
        <p:spPr bwMode="auto">
          <a:xfrm flipV="1">
            <a:off x="2658109" y="4196522"/>
            <a:ext cx="1026122" cy="1201414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0739614-FB4B-1DFE-EDC3-AE6241256F4E}"/>
              </a:ext>
            </a:extLst>
          </p:cNvPr>
          <p:cNvCxnSpPr>
            <a:cxnSpLocks noChangeShapeType="1"/>
            <a:stCxn id="51" idx="0"/>
            <a:endCxn id="59" idx="4"/>
          </p:cNvCxnSpPr>
          <p:nvPr/>
        </p:nvCxnSpPr>
        <p:spPr bwMode="auto">
          <a:xfrm flipV="1">
            <a:off x="3856263" y="2932249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58" name="Straight Arrow Connector 6">
            <a:extLst>
              <a:ext uri="{FF2B5EF4-FFF2-40B4-BE49-F238E27FC236}">
                <a16:creationId xmlns:a16="http://schemas.microsoft.com/office/drawing/2014/main" id="{984665F0-8790-BBF7-A842-6987C8D524EB}"/>
              </a:ext>
            </a:extLst>
          </p:cNvPr>
          <p:cNvCxnSpPr>
            <a:cxnSpLocks noChangeShapeType="1"/>
            <a:stCxn id="54" idx="0"/>
            <a:endCxn id="60" idx="4"/>
          </p:cNvCxnSpPr>
          <p:nvPr/>
        </p:nvCxnSpPr>
        <p:spPr bwMode="auto">
          <a:xfrm flipV="1">
            <a:off x="2450448" y="2936526"/>
            <a:ext cx="16776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59" name="Oval 3">
            <a:extLst>
              <a:ext uri="{FF2B5EF4-FFF2-40B4-BE49-F238E27FC236}">
                <a16:creationId xmlns:a16="http://schemas.microsoft.com/office/drawing/2014/main" id="{1767C35D-7FE7-CF46-5228-17AB9D7B4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17" y="2490769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60" name="Oval 3">
            <a:extLst>
              <a:ext uri="{FF2B5EF4-FFF2-40B4-BE49-F238E27FC236}">
                <a16:creationId xmlns:a16="http://schemas.microsoft.com/office/drawing/2014/main" id="{2E458CC4-235B-B6C4-406C-CE23BDCE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946" y="2495046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C8F853A-7715-2FC9-D6AB-85C36DAC0D70}"/>
              </a:ext>
            </a:extLst>
          </p:cNvPr>
          <p:cNvCxnSpPr>
            <a:cxnSpLocks noChangeShapeType="1"/>
            <a:stCxn id="59" idx="0"/>
            <a:endCxn id="55" idx="5"/>
          </p:cNvCxnSpPr>
          <p:nvPr/>
        </p:nvCxnSpPr>
        <p:spPr bwMode="auto">
          <a:xfrm flipH="1" flipV="1">
            <a:off x="3318816" y="1868787"/>
            <a:ext cx="537447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247481-AF2C-4D82-9548-4999658DF4F6}"/>
              </a:ext>
            </a:extLst>
          </p:cNvPr>
          <p:cNvCxnSpPr>
            <a:cxnSpLocks noChangeShapeType="1"/>
            <a:stCxn id="60" idx="0"/>
            <a:endCxn id="55" idx="3"/>
          </p:cNvCxnSpPr>
          <p:nvPr/>
        </p:nvCxnSpPr>
        <p:spPr bwMode="auto">
          <a:xfrm flipV="1">
            <a:off x="2467224" y="1868787"/>
            <a:ext cx="507528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63" name="Oval 3">
            <a:extLst>
              <a:ext uri="{FF2B5EF4-FFF2-40B4-BE49-F238E27FC236}">
                <a16:creationId xmlns:a16="http://schemas.microsoft.com/office/drawing/2014/main" id="{235E151A-E3F7-8289-C575-A8CE55D01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96" y="381751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8432" name="Oval 3">
            <a:extLst>
              <a:ext uri="{FF2B5EF4-FFF2-40B4-BE49-F238E27FC236}">
                <a16:creationId xmlns:a16="http://schemas.microsoft.com/office/drawing/2014/main" id="{CC271FA6-4E81-BEC6-0315-485B98740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827" y="5170664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8433" name="Straight Arrow Connector 18432">
            <a:extLst>
              <a:ext uri="{FF2B5EF4-FFF2-40B4-BE49-F238E27FC236}">
                <a16:creationId xmlns:a16="http://schemas.microsoft.com/office/drawing/2014/main" id="{6911D33B-2FC7-ADED-0C10-0FF47DF05390}"/>
              </a:ext>
            </a:extLst>
          </p:cNvPr>
          <p:cNvCxnSpPr>
            <a:cxnSpLocks noChangeShapeType="1"/>
            <a:stCxn id="63" idx="2"/>
            <a:endCxn id="51" idx="6"/>
          </p:cNvCxnSpPr>
          <p:nvPr/>
        </p:nvCxnSpPr>
        <p:spPr bwMode="auto">
          <a:xfrm flipH="1">
            <a:off x="4099553" y="4038256"/>
            <a:ext cx="1102743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437" name="Straight Arrow Connector 18436">
            <a:extLst>
              <a:ext uri="{FF2B5EF4-FFF2-40B4-BE49-F238E27FC236}">
                <a16:creationId xmlns:a16="http://schemas.microsoft.com/office/drawing/2014/main" id="{8ECA3779-FA1E-A368-459E-614491FB8FE8}"/>
              </a:ext>
            </a:extLst>
          </p:cNvPr>
          <p:cNvCxnSpPr>
            <a:cxnSpLocks noChangeShapeType="1"/>
            <a:stCxn id="18432" idx="1"/>
            <a:endCxn id="51" idx="5"/>
          </p:cNvCxnSpPr>
          <p:nvPr/>
        </p:nvCxnSpPr>
        <p:spPr bwMode="auto">
          <a:xfrm flipH="1" flipV="1">
            <a:off x="4028295" y="4196522"/>
            <a:ext cx="125179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D43686-F89C-0A16-8CFF-03335675FA51}"/>
              </a:ext>
            </a:extLst>
          </p:cNvPr>
          <p:cNvSpPr txBox="1"/>
          <p:nvPr/>
        </p:nvSpPr>
        <p:spPr>
          <a:xfrm>
            <a:off x="3102431" y="5734152"/>
            <a:ext cx="149914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chemeClr val="tx2"/>
                </a:solidFill>
              </a:rPr>
              <a:t>Rain = 600 mm y</a:t>
            </a:r>
            <a:r>
              <a:rPr lang="en-GB" sz="1600" b="0" i="1" baseline="30000" dirty="0">
                <a:solidFill>
                  <a:schemeClr val="tx2"/>
                </a:solidFill>
              </a:rPr>
              <a:t>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9C961-C5BB-63CD-2B1D-D15DCBB268E4}"/>
              </a:ext>
            </a:extLst>
          </p:cNvPr>
          <p:cNvSpPr txBox="1"/>
          <p:nvPr/>
        </p:nvSpPr>
        <p:spPr>
          <a:xfrm>
            <a:off x="1647639" y="5724128"/>
            <a:ext cx="149914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chemeClr val="accent2"/>
                </a:solidFill>
              </a:rPr>
              <a:t>Irrigation = 0 mm y</a:t>
            </a:r>
            <a:r>
              <a:rPr lang="en-GB" sz="1600" b="0" i="1" baseline="30000" dirty="0">
                <a:solidFill>
                  <a:schemeClr val="accent2"/>
                </a:solidFill>
              </a:rPr>
              <a:t>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7BAB8-AFBD-1BEC-5826-0A4CDE5F8CEF}"/>
              </a:ext>
            </a:extLst>
          </p:cNvPr>
          <p:cNvSpPr txBox="1"/>
          <p:nvPr/>
        </p:nvSpPr>
        <p:spPr>
          <a:xfrm>
            <a:off x="4528303" y="5734152"/>
            <a:ext cx="183456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WUE = 0.01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m</a:t>
            </a:r>
            <a:r>
              <a:rPr lang="en-GB" sz="1600" b="0" i="1" baseline="30000" dirty="0">
                <a:solidFill>
                  <a:srgbClr val="FF0000"/>
                </a:solidFill>
              </a:rPr>
              <a:t>3</a:t>
            </a:r>
            <a:r>
              <a:rPr lang="en-GB" sz="1600" b="0" i="1" dirty="0">
                <a:solidFill>
                  <a:srgbClr val="FF0000"/>
                </a:solidFill>
              </a:rPr>
              <a:t> ha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  <a:r>
              <a:rPr lang="en-GB" sz="1600" b="0" i="1" dirty="0">
                <a:solidFill>
                  <a:srgbClr val="FF0000"/>
                </a:solidFill>
              </a:rPr>
              <a:t> mm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79B466-FA1F-DA84-FA09-9F4ED345C045}"/>
              </a:ext>
            </a:extLst>
          </p:cNvPr>
          <p:cNvGrpSpPr/>
          <p:nvPr/>
        </p:nvGrpSpPr>
        <p:grpSpPr>
          <a:xfrm>
            <a:off x="6420368" y="642063"/>
            <a:ext cx="2605986" cy="3044863"/>
            <a:chOff x="6579392" y="467139"/>
            <a:chExt cx="2605986" cy="30448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578BF7-538E-5591-6886-1FB976174C62}"/>
                </a:ext>
              </a:extLst>
            </p:cNvPr>
            <p:cNvSpPr/>
            <p:nvPr/>
          </p:nvSpPr>
          <p:spPr bwMode="auto">
            <a:xfrm>
              <a:off x="6611755" y="1023728"/>
              <a:ext cx="2447421" cy="2488274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891EB1-DB38-79BE-DE56-FA73D98477AA}"/>
                </a:ext>
              </a:extLst>
            </p:cNvPr>
            <p:cNvSpPr txBox="1"/>
            <p:nvPr/>
          </p:nvSpPr>
          <p:spPr>
            <a:xfrm>
              <a:off x="6759435" y="1878453"/>
              <a:ext cx="2150655" cy="707886"/>
            </a:xfrm>
            <a:prstGeom prst="rect">
              <a:avLst/>
            </a:prstGeom>
            <a:noFill/>
            <a:ln w="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dirty="0">
                  <a:solidFill>
                    <a:schemeClr val="accent2"/>
                  </a:solidFill>
                </a:rPr>
                <a:t>z = 0.01 (x + a)</a:t>
              </a:r>
            </a:p>
            <a:p>
              <a:r>
                <a:rPr lang="en-GB" sz="2000" dirty="0">
                  <a:solidFill>
                    <a:schemeClr val="accent2"/>
                  </a:solidFill>
                </a:rPr>
                <a:t>u = 30 z - 0.5 a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A6CF4DC-5176-6FA6-CBE5-5A234A76BFA7}"/>
                </a:ext>
              </a:extLst>
            </p:cNvPr>
            <p:cNvCxnSpPr/>
            <p:nvPr/>
          </p:nvCxnSpPr>
          <p:spPr bwMode="auto">
            <a:xfrm flipH="1">
              <a:off x="6920634" y="1738997"/>
              <a:ext cx="6940" cy="25567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21EE32-1731-B78A-B4A8-B8781A85BB05}"/>
                </a:ext>
              </a:extLst>
            </p:cNvPr>
            <p:cNvSpPr txBox="1"/>
            <p:nvPr/>
          </p:nvSpPr>
          <p:spPr>
            <a:xfrm>
              <a:off x="6671389" y="1351718"/>
              <a:ext cx="597115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YC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E62C3E-84A8-5E84-DD81-E73990B0AE7A}"/>
                </a:ext>
              </a:extLst>
            </p:cNvPr>
            <p:cNvCxnSpPr/>
            <p:nvPr/>
          </p:nvCxnSpPr>
          <p:spPr bwMode="auto">
            <a:xfrm>
              <a:off x="8385002" y="1411546"/>
              <a:ext cx="9940" cy="586437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CEF77C1-196A-9E39-BE38-3F5688346E09}"/>
                </a:ext>
              </a:extLst>
            </p:cNvPr>
            <p:cNvCxnSpPr/>
            <p:nvPr/>
          </p:nvCxnSpPr>
          <p:spPr bwMode="auto">
            <a:xfrm flipH="1">
              <a:off x="7980810" y="1735684"/>
              <a:ext cx="6940" cy="25567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D34A36-4EF2-3F1B-0A57-3F48AED5DAA7}"/>
                </a:ext>
              </a:extLst>
            </p:cNvPr>
            <p:cNvSpPr txBox="1"/>
            <p:nvPr/>
          </p:nvSpPr>
          <p:spPr>
            <a:xfrm>
              <a:off x="7583558" y="1355033"/>
              <a:ext cx="801440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Rain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B845DA-F310-750A-D60A-8BF61AB9218E}"/>
                </a:ext>
              </a:extLst>
            </p:cNvPr>
            <p:cNvSpPr txBox="1"/>
            <p:nvPr/>
          </p:nvSpPr>
          <p:spPr>
            <a:xfrm>
              <a:off x="7656436" y="990598"/>
              <a:ext cx="1528942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Irrigation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B79CF5-523E-B63B-F71C-A808449280C4}"/>
                </a:ext>
              </a:extLst>
            </p:cNvPr>
            <p:cNvSpPr txBox="1"/>
            <p:nvPr/>
          </p:nvSpPr>
          <p:spPr>
            <a:xfrm>
              <a:off x="7000463" y="467139"/>
              <a:ext cx="1644341" cy="523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i="1">
                  <a:solidFill>
                    <a:schemeClr val="accent2"/>
                  </a:solidFill>
                </a:rPr>
                <a:t>Model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018348-F2F5-1320-72DE-2E84F245534C}"/>
                </a:ext>
              </a:extLst>
            </p:cNvPr>
            <p:cNvSpPr txBox="1"/>
            <p:nvPr/>
          </p:nvSpPr>
          <p:spPr>
            <a:xfrm>
              <a:off x="6579392" y="2742561"/>
              <a:ext cx="1222826" cy="769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2200"/>
                <a:t>Timber</a:t>
              </a:r>
            </a:p>
            <a:p>
              <a:r>
                <a:rPr lang="en-GB" sz="2200"/>
                <a:t>price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E14B6A-316D-8865-477C-A9A81046F9A7}"/>
                </a:ext>
              </a:extLst>
            </p:cNvPr>
            <p:cNvSpPr txBox="1"/>
            <p:nvPr/>
          </p:nvSpPr>
          <p:spPr>
            <a:xfrm>
              <a:off x="7614307" y="2741710"/>
              <a:ext cx="1484625" cy="769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2200"/>
                <a:t>Irrigation costs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1C158D-693B-1103-5E69-0B9AA0EB1B58}"/>
                </a:ext>
              </a:extLst>
            </p:cNvPr>
            <p:cNvSpPr txBox="1"/>
            <p:nvPr/>
          </p:nvSpPr>
          <p:spPr>
            <a:xfrm>
              <a:off x="7030280" y="990601"/>
              <a:ext cx="801440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/>
                <a:t>WUE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7FBDF0-C377-D751-6A0D-3E81F98D6FC2}"/>
                </a:ext>
              </a:extLst>
            </p:cNvPr>
            <p:cNvCxnSpPr>
              <a:stCxn id="26" idx="2"/>
            </p:cNvCxnSpPr>
            <p:nvPr/>
          </p:nvCxnSpPr>
          <p:spPr bwMode="auto">
            <a:xfrm flipH="1">
              <a:off x="7429703" y="1390711"/>
              <a:ext cx="1297" cy="600644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383305F-58C5-9F2E-2121-6B715BCF5B48}"/>
                </a:ext>
              </a:extLst>
            </p:cNvPr>
            <p:cNvCxnSpPr/>
            <p:nvPr/>
          </p:nvCxnSpPr>
          <p:spPr bwMode="auto">
            <a:xfrm flipV="1">
              <a:off x="8249478" y="2474843"/>
              <a:ext cx="0" cy="384659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06CA51D-6933-0DBD-82A4-948894D82A4C}"/>
                </a:ext>
              </a:extLst>
            </p:cNvPr>
            <p:cNvCxnSpPr/>
            <p:nvPr/>
          </p:nvCxnSpPr>
          <p:spPr bwMode="auto">
            <a:xfrm flipV="1">
              <a:off x="7447720" y="2478158"/>
              <a:ext cx="0" cy="384659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9C2D3A7-7654-5891-E9FF-934D73A1DD8D}"/>
              </a:ext>
            </a:extLst>
          </p:cNvPr>
          <p:cNvGrpSpPr/>
          <p:nvPr/>
        </p:nvGrpSpPr>
        <p:grpSpPr>
          <a:xfrm>
            <a:off x="925513" y="921846"/>
            <a:ext cx="4647879" cy="3031970"/>
            <a:chOff x="925513" y="876129"/>
            <a:chExt cx="4647879" cy="303197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6EF9A4-8F7B-BC21-B6BC-0AA407F6B815}"/>
                </a:ext>
              </a:extLst>
            </p:cNvPr>
            <p:cNvSpPr txBox="1"/>
            <p:nvPr/>
          </p:nvSpPr>
          <p:spPr>
            <a:xfrm>
              <a:off x="3911094" y="3323324"/>
              <a:ext cx="1380963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tx2"/>
                  </a:solidFill>
                </a:rPr>
                <a:t>YC = 6</a:t>
              </a:r>
            </a:p>
            <a:p>
              <a:r>
                <a:rPr lang="en-GB" sz="1600" b="0" i="1" dirty="0">
                  <a:solidFill>
                    <a:schemeClr val="tx2"/>
                  </a:solidFill>
                </a:rPr>
                <a:t> m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3</a:t>
              </a:r>
              <a:r>
                <a:rPr lang="en-GB" sz="1600" b="0" i="1" dirty="0">
                  <a:solidFill>
                    <a:schemeClr val="tx2"/>
                  </a:solidFill>
                </a:rPr>
                <a:t> ha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-1</a:t>
              </a:r>
              <a:r>
                <a:rPr lang="en-GB" sz="1600" b="0" i="1" dirty="0">
                  <a:solidFill>
                    <a:schemeClr val="tx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tx2"/>
                  </a:solidFill>
                </a:rPr>
                <a:t>-1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BFD4BA-4B5E-D5BB-E087-8DFC3490EA90}"/>
                </a:ext>
              </a:extLst>
            </p:cNvPr>
            <p:cNvSpPr txBox="1"/>
            <p:nvPr/>
          </p:nvSpPr>
          <p:spPr>
            <a:xfrm>
              <a:off x="925513" y="2411607"/>
              <a:ext cx="1190821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£ 0.00</a:t>
              </a:r>
            </a:p>
            <a:p>
              <a:pPr algn="r"/>
              <a:r>
                <a:rPr lang="en-GB" sz="1600" b="0" i="1" dirty="0">
                  <a:solidFill>
                    <a:schemeClr val="accent2"/>
                  </a:solidFill>
                </a:rPr>
                <a:t>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endParaRPr lang="en-GB" sz="1600" b="0" i="1" dirty="0">
                <a:solidFill>
                  <a:schemeClr val="accent2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B49F86-9681-CBA2-2CCF-F76D9486E94F}"/>
                </a:ext>
              </a:extLst>
            </p:cNvPr>
            <p:cNvSpPr txBox="1"/>
            <p:nvPr/>
          </p:nvSpPr>
          <p:spPr>
            <a:xfrm>
              <a:off x="4382571" y="2397072"/>
              <a:ext cx="1190821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b="0" i="1" dirty="0">
                  <a:solidFill>
                    <a:schemeClr val="accent2"/>
                  </a:solidFill>
                </a:rPr>
                <a:t>£ 180.00 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endParaRPr lang="en-GB" sz="1600" b="0" i="1" dirty="0">
                <a:solidFill>
                  <a:schemeClr val="accent2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C1A28D5-3E16-B939-3839-AB0216D2D770}"/>
                </a:ext>
              </a:extLst>
            </p:cNvPr>
            <p:cNvSpPr txBox="1"/>
            <p:nvPr/>
          </p:nvSpPr>
          <p:spPr>
            <a:xfrm>
              <a:off x="2452305" y="876129"/>
              <a:ext cx="1290705" cy="5847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0" i="1" dirty="0">
                  <a:solidFill>
                    <a:schemeClr val="accent2"/>
                  </a:solidFill>
                </a:rPr>
                <a:t>£ 180.00 ha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  <a:r>
                <a:rPr lang="en-GB" sz="1600" b="0" i="1" dirty="0">
                  <a:solidFill>
                    <a:schemeClr val="accent2"/>
                  </a:solidFill>
                </a:rPr>
                <a:t> y</a:t>
              </a:r>
              <a:r>
                <a:rPr lang="en-GB" sz="1600" b="0" i="1" baseline="30000" dirty="0">
                  <a:solidFill>
                    <a:schemeClr val="accent2"/>
                  </a:solidFill>
                </a:rPr>
                <a:t>-1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876B2E4-92D3-7D3F-07CE-4FCF587CB685}"/>
              </a:ext>
            </a:extLst>
          </p:cNvPr>
          <p:cNvSpPr txBox="1"/>
          <p:nvPr/>
        </p:nvSpPr>
        <p:spPr>
          <a:xfrm>
            <a:off x="2393526" y="5422524"/>
            <a:ext cx="1073428" cy="64633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800" dirty="0">
                <a:solidFill>
                  <a:srgbClr val="009900"/>
                </a:solidFill>
              </a:rPr>
              <a:t>400</a:t>
            </a:r>
          </a:p>
          <a:p>
            <a:pPr algn="ctr"/>
            <a:r>
              <a:rPr lang="en-GB" sz="1800" dirty="0">
                <a:solidFill>
                  <a:srgbClr val="009900"/>
                </a:solidFill>
              </a:rPr>
              <a:t>--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9D356-0430-3860-916A-F7E5B7AF49B4}"/>
              </a:ext>
            </a:extLst>
          </p:cNvPr>
          <p:cNvGrpSpPr/>
          <p:nvPr/>
        </p:nvGrpSpPr>
        <p:grpSpPr>
          <a:xfrm>
            <a:off x="1267031" y="620659"/>
            <a:ext cx="4230099" cy="3092045"/>
            <a:chOff x="1267031" y="620659"/>
            <a:chExt cx="4230099" cy="309204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4C69ABF-D5EE-2451-F1AD-8D5F19F22D92}"/>
                </a:ext>
              </a:extLst>
            </p:cNvPr>
            <p:cNvSpPr txBox="1"/>
            <p:nvPr/>
          </p:nvSpPr>
          <p:spPr>
            <a:xfrm>
              <a:off x="1267031" y="2162997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200.00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62D381-3E36-6CD1-0493-43DD48D7FA51}"/>
                </a:ext>
              </a:extLst>
            </p:cNvPr>
            <p:cNvSpPr txBox="1"/>
            <p:nvPr/>
          </p:nvSpPr>
          <p:spPr>
            <a:xfrm>
              <a:off x="4048706" y="3066373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10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A2569C-91B0-DE69-3348-066BFB43DE46}"/>
                </a:ext>
              </a:extLst>
            </p:cNvPr>
            <p:cNvSpPr txBox="1"/>
            <p:nvPr/>
          </p:nvSpPr>
          <p:spPr>
            <a:xfrm>
              <a:off x="4423702" y="2134158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300.00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--------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983A1E-B2C2-5CA5-5090-0B3D3544A7D0}"/>
                </a:ext>
              </a:extLst>
            </p:cNvPr>
            <p:cNvSpPr txBox="1"/>
            <p:nvPr/>
          </p:nvSpPr>
          <p:spPr>
            <a:xfrm>
              <a:off x="2609521" y="620659"/>
              <a:ext cx="1073428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100.00</a:t>
              </a:r>
            </a:p>
            <a:p>
              <a:pPr algn="ctr"/>
              <a:r>
                <a:rPr lang="en-GB" sz="1800" dirty="0">
                  <a:solidFill>
                    <a:srgbClr val="009900"/>
                  </a:solidFill>
                </a:rPr>
                <a:t>--------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84BA4B-97DA-67F8-C5AA-869EE141ACDD}"/>
              </a:ext>
            </a:extLst>
          </p:cNvPr>
          <p:cNvSpPr txBox="1"/>
          <p:nvPr/>
        </p:nvSpPr>
        <p:spPr>
          <a:xfrm>
            <a:off x="4510887" y="4214511"/>
            <a:ext cx="1834565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𝜺 = 0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</a:rPr>
              <a:t>m</a:t>
            </a:r>
            <a:r>
              <a:rPr lang="en-GB" sz="1600" b="0" i="1" baseline="30000" dirty="0">
                <a:solidFill>
                  <a:srgbClr val="FF0000"/>
                </a:solidFill>
              </a:rPr>
              <a:t>3</a:t>
            </a:r>
            <a:r>
              <a:rPr lang="en-GB" sz="1600" b="0" i="1" dirty="0">
                <a:solidFill>
                  <a:srgbClr val="FF0000"/>
                </a:solidFill>
              </a:rPr>
              <a:t> ha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  <a:r>
              <a:rPr lang="en-GB" sz="1600" b="0" i="1" dirty="0">
                <a:solidFill>
                  <a:srgbClr val="FF0000"/>
                </a:solidFill>
              </a:rPr>
              <a:t> y</a:t>
            </a:r>
            <a:r>
              <a:rPr lang="en-GB" sz="1600" b="0" i="1" baseline="30000" dirty="0">
                <a:solidFill>
                  <a:srgbClr val="FF0000"/>
                </a:solidFill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45699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36" grpId="0"/>
      <p:bldP spid="4" grpId="0"/>
      <p:bldP spid="4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90A2-ED8C-DBCF-20BA-6C892C17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BDT with continuous nonlinear z-response function</a:t>
            </a: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FC5023C5-1F13-FEAB-3B3F-445C7831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637" y="3818092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z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093758-D06E-0978-2859-C749061E3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637" y="5170296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/>
              <a:t>x</a:t>
            </a:r>
          </a:p>
        </p:txBody>
      </p:sp>
      <p:cxnSp>
        <p:nvCxnSpPr>
          <p:cNvPr id="5" name="Straight Arrow Connector 6">
            <a:extLst>
              <a:ext uri="{FF2B5EF4-FFF2-40B4-BE49-F238E27FC236}">
                <a16:creationId xmlns:a16="http://schemas.microsoft.com/office/drawing/2014/main" id="{271B4EA9-4CAD-E9C3-9434-77FA0613C93B}"/>
              </a:ext>
            </a:extLst>
          </p:cNvPr>
          <p:cNvCxnSpPr>
            <a:cxnSpLocks noChangeShapeType="1"/>
            <a:stCxn id="4" idx="0"/>
            <a:endCxn id="3" idx="4"/>
          </p:cNvCxnSpPr>
          <p:nvPr/>
        </p:nvCxnSpPr>
        <p:spPr bwMode="auto">
          <a:xfrm flipV="1">
            <a:off x="1593927" y="4259572"/>
            <a:ext cx="0" cy="91072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5F3FCB-99ED-1147-71C1-491971C8EF19}"/>
              </a:ext>
            </a:extLst>
          </p:cNvPr>
          <p:cNvSpPr txBox="1"/>
          <p:nvPr/>
        </p:nvSpPr>
        <p:spPr>
          <a:xfrm>
            <a:off x="496430" y="5180889"/>
            <a:ext cx="415322" cy="430887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200" i="1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E74E3257-AD9F-6078-24D7-DC665615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91" y="1490357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i="1" dirty="0">
                <a:solidFill>
                  <a:schemeClr val="accent2"/>
                </a:solidFill>
              </a:rPr>
              <a:t>u</a:t>
            </a:r>
          </a:p>
        </p:txBody>
      </p:sp>
      <p:cxnSp>
        <p:nvCxnSpPr>
          <p:cNvPr id="8" name="Straight Arrow Connector 6">
            <a:extLst>
              <a:ext uri="{FF2B5EF4-FFF2-40B4-BE49-F238E27FC236}">
                <a16:creationId xmlns:a16="http://schemas.microsoft.com/office/drawing/2014/main" id="{1BCACA23-C3A0-CFBC-5927-B146D872F563}"/>
              </a:ext>
            </a:extLst>
          </p:cNvPr>
          <p:cNvCxnSpPr>
            <a:cxnSpLocks noChangeShapeType="1"/>
            <a:endCxn id="3" idx="3"/>
          </p:cNvCxnSpPr>
          <p:nvPr/>
        </p:nvCxnSpPr>
        <p:spPr bwMode="auto">
          <a:xfrm flipV="1">
            <a:off x="911752" y="4194919"/>
            <a:ext cx="510143" cy="975377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3F2EFA-8584-75B6-9F46-E5CDCF850EA6}"/>
              </a:ext>
            </a:extLst>
          </p:cNvPr>
          <p:cNvCxnSpPr>
            <a:cxnSpLocks noChangeShapeType="1"/>
            <a:stCxn id="3" idx="0"/>
            <a:endCxn id="11" idx="4"/>
          </p:cNvCxnSpPr>
          <p:nvPr/>
        </p:nvCxnSpPr>
        <p:spPr bwMode="auto">
          <a:xfrm flipV="1">
            <a:off x="1593927" y="2930646"/>
            <a:ext cx="0" cy="88744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0" name="Straight Arrow Connector 6">
            <a:extLst>
              <a:ext uri="{FF2B5EF4-FFF2-40B4-BE49-F238E27FC236}">
                <a16:creationId xmlns:a16="http://schemas.microsoft.com/office/drawing/2014/main" id="{E32BEC80-42C3-E414-8386-910B752C6758}"/>
              </a:ext>
            </a:extLst>
          </p:cNvPr>
          <p:cNvCxnSpPr>
            <a:cxnSpLocks noChangeShapeType="1"/>
            <a:stCxn id="6" idx="0"/>
            <a:endCxn id="12" idx="4"/>
          </p:cNvCxnSpPr>
          <p:nvPr/>
        </p:nvCxnSpPr>
        <p:spPr bwMode="auto">
          <a:xfrm flipH="1" flipV="1">
            <a:off x="688198" y="2934923"/>
            <a:ext cx="15893" cy="2245966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1" name="Oval 3">
            <a:extLst>
              <a:ext uri="{FF2B5EF4-FFF2-40B4-BE49-F238E27FC236}">
                <a16:creationId xmlns:a16="http://schemas.microsoft.com/office/drawing/2014/main" id="{D311FE79-0B39-7A30-8C8C-E9BFCA82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981" y="2489166"/>
            <a:ext cx="987891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benefit</a:t>
            </a:r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A524BD32-9460-1D7B-51A7-5ADB85F14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20" y="2493443"/>
            <a:ext cx="608556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accent2"/>
            </a:solidFill>
            <a:round/>
            <a:headEnd/>
            <a:tailEnd/>
          </a:ln>
        </p:spPr>
        <p:txBody>
          <a:bodyPr lIns="0" rIns="0"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600" i="1" dirty="0">
                <a:solidFill>
                  <a:schemeClr val="accent2"/>
                </a:solidFill>
              </a:rPr>
              <a:t>cost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B9B144-0782-4AC2-A792-1098CEBC627C}"/>
              </a:ext>
            </a:extLst>
          </p:cNvPr>
          <p:cNvCxnSpPr>
            <a:cxnSpLocks noChangeShapeType="1"/>
            <a:stCxn id="11" idx="0"/>
            <a:endCxn id="7" idx="5"/>
          </p:cNvCxnSpPr>
          <p:nvPr/>
        </p:nvCxnSpPr>
        <p:spPr bwMode="auto">
          <a:xfrm flipH="1" flipV="1">
            <a:off x="1272013" y="1867184"/>
            <a:ext cx="321914" cy="621982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A9E191-4C75-813A-1E2E-F2926364C099}"/>
              </a:ext>
            </a:extLst>
          </p:cNvPr>
          <p:cNvCxnSpPr>
            <a:cxnSpLocks noChangeShapeType="1"/>
            <a:stCxn id="12" idx="0"/>
            <a:endCxn id="7" idx="3"/>
          </p:cNvCxnSpPr>
          <p:nvPr/>
        </p:nvCxnSpPr>
        <p:spPr bwMode="auto">
          <a:xfrm flipV="1">
            <a:off x="688198" y="1867184"/>
            <a:ext cx="239751" cy="626259"/>
          </a:xfrm>
          <a:prstGeom prst="straightConnector1">
            <a:avLst/>
          </a:prstGeom>
          <a:noFill/>
          <a:ln w="25400" algn="ctr">
            <a:solidFill>
              <a:schemeClr val="accent2"/>
            </a:solidFill>
            <a:round/>
            <a:headEnd/>
            <a:tailEnd type="triangle" w="med" len="med"/>
          </a:ln>
        </p:spPr>
      </p:cxnSp>
      <p:sp>
        <p:nvSpPr>
          <p:cNvPr id="15" name="Oval 3">
            <a:extLst>
              <a:ext uri="{FF2B5EF4-FFF2-40B4-BE49-F238E27FC236}">
                <a16:creationId xmlns:a16="http://schemas.microsoft.com/office/drawing/2014/main" id="{8EA63874-4283-D6F7-0AC4-08FECCCED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41" y="3815913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𝜺</a:t>
            </a:r>
          </a:p>
        </p:txBody>
      </p:sp>
      <p:sp>
        <p:nvSpPr>
          <p:cNvPr id="16" name="Oval 3">
            <a:extLst>
              <a:ext uri="{FF2B5EF4-FFF2-40B4-BE49-F238E27FC236}">
                <a16:creationId xmlns:a16="http://schemas.microsoft.com/office/drawing/2014/main" id="{7746F4DC-0F62-CF84-7F39-EBA429862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41" y="5169061"/>
            <a:ext cx="486580" cy="441480"/>
          </a:xfrm>
          <a:prstGeom prst="ellipse">
            <a:avLst/>
          </a:prstGeom>
          <a:solidFill>
            <a:schemeClr val="bg1"/>
          </a:solidFill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2200" dirty="0">
                <a:solidFill>
                  <a:srgbClr val="FF0000"/>
                </a:solidFill>
              </a:rPr>
              <a:t>𝝑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B2CF9A-3290-A1B0-288D-055D8E8D7136}"/>
              </a:ext>
            </a:extLst>
          </p:cNvPr>
          <p:cNvCxnSpPr>
            <a:cxnSpLocks noChangeShapeType="1"/>
            <a:stCxn id="15" idx="2"/>
            <a:endCxn id="3" idx="6"/>
          </p:cNvCxnSpPr>
          <p:nvPr/>
        </p:nvCxnSpPr>
        <p:spPr bwMode="auto">
          <a:xfrm flipH="1">
            <a:off x="1837217" y="4036653"/>
            <a:ext cx="475724" cy="2179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CCD15C-6A8E-4774-5DC3-BFBC7225DD14}"/>
              </a:ext>
            </a:extLst>
          </p:cNvPr>
          <p:cNvCxnSpPr>
            <a:cxnSpLocks noChangeShapeType="1"/>
            <a:stCxn id="16" idx="1"/>
            <a:endCxn id="3" idx="5"/>
          </p:cNvCxnSpPr>
          <p:nvPr/>
        </p:nvCxnSpPr>
        <p:spPr bwMode="auto">
          <a:xfrm flipH="1" flipV="1">
            <a:off x="1765959" y="4194919"/>
            <a:ext cx="618240" cy="1038795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6E0DCAE-4977-9961-FF1F-602143290415}"/>
              </a:ext>
            </a:extLst>
          </p:cNvPr>
          <p:cNvSpPr txBox="1"/>
          <p:nvPr/>
        </p:nvSpPr>
        <p:spPr>
          <a:xfrm>
            <a:off x="3266259" y="1490357"/>
            <a:ext cx="5555452" cy="95410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 &lt;- function( a, x=1, t=1, e=0, ka=0.2,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=1 )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z    &lt;- t*(1-exp(-a-x)) + 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cost &lt;- ka*a ; benefit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*z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return( benefit - cost ) }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6523FB5-32B1-8C30-C22A-2905F9E5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190" y="2740472"/>
            <a:ext cx="4327215" cy="334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49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7243-B322-4B1B-100B-91298811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BDT with continuous nonlinear z-response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1A53C-22DC-BE6B-DFE2-1A8360F16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913" y="801338"/>
            <a:ext cx="1096277" cy="1105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12B40E-3636-03A5-946B-CB739FC6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734" y="1971258"/>
            <a:ext cx="5655039" cy="4372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DAB14F-9DE3-0126-16A2-B3C84957F09F}"/>
              </a:ext>
            </a:extLst>
          </p:cNvPr>
          <p:cNvSpPr txBox="1"/>
          <p:nvPr/>
        </p:nvSpPr>
        <p:spPr>
          <a:xfrm>
            <a:off x="3650106" y="6460761"/>
            <a:ext cx="1628930" cy="27699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chemeClr val="accent2"/>
                </a:solidFill>
              </a:rPr>
              <a:t>Medium uncertainty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A3ABA-5E43-78E3-9519-23A5E030F53C}"/>
              </a:ext>
            </a:extLst>
          </p:cNvPr>
          <p:cNvSpPr txBox="1"/>
          <p:nvPr/>
        </p:nvSpPr>
        <p:spPr>
          <a:xfrm>
            <a:off x="5548859" y="6468256"/>
            <a:ext cx="1628930" cy="27699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chemeClr val="accent2"/>
                </a:solidFill>
              </a:rPr>
              <a:t>High uncertainty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E0366-CA5B-4823-1061-98477D668041}"/>
              </a:ext>
            </a:extLst>
          </p:cNvPr>
          <p:cNvSpPr txBox="1"/>
          <p:nvPr/>
        </p:nvSpPr>
        <p:spPr>
          <a:xfrm>
            <a:off x="1781333" y="6453584"/>
            <a:ext cx="1628930" cy="27699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chemeClr val="accent2"/>
                </a:solidFill>
              </a:rPr>
              <a:t>Low uncertainty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0A2A96-D7D5-03D7-158A-B72B980DBD3A}"/>
              </a:ext>
            </a:extLst>
          </p:cNvPr>
          <p:cNvSpPr/>
          <p:nvPr/>
        </p:nvSpPr>
        <p:spPr bwMode="auto">
          <a:xfrm>
            <a:off x="1326629" y="2016174"/>
            <a:ext cx="2113614" cy="479685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4FEE7-CAE5-98FE-0D7A-1975F3B1F4BE}"/>
              </a:ext>
            </a:extLst>
          </p:cNvPr>
          <p:cNvSpPr/>
          <p:nvPr/>
        </p:nvSpPr>
        <p:spPr bwMode="auto">
          <a:xfrm>
            <a:off x="5338996" y="1956213"/>
            <a:ext cx="2113614" cy="479685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7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EEC4-7C97-A578-92FA-29639EE4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spatial BDT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35168-C48E-06E8-B9E7-8D75C623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41" b="28239"/>
          <a:stretch>
            <a:fillRect/>
          </a:stretch>
        </p:blipFill>
        <p:spPr>
          <a:xfrm>
            <a:off x="959371" y="648084"/>
            <a:ext cx="7453858" cy="2566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88B5D8-B691-0229-D8F2-BAE0976216CB}"/>
              </a:ext>
            </a:extLst>
          </p:cNvPr>
          <p:cNvSpPr txBox="1"/>
          <p:nvPr/>
        </p:nvSpPr>
        <p:spPr>
          <a:xfrm>
            <a:off x="1088654" y="3297702"/>
            <a:ext cx="2445276" cy="5232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2"/>
                </a:solidFill>
              </a:rPr>
              <a:t>Models for </a:t>
            </a:r>
            <a:r>
              <a:rPr lang="en-US" sz="1400" i="1" dirty="0">
                <a:solidFill>
                  <a:schemeClr val="accent2"/>
                </a:solidFill>
              </a:rPr>
              <a:t>z</a:t>
            </a:r>
            <a:r>
              <a:rPr lang="en-US" sz="1400" i="1" dirty="0">
                <a:solidFill>
                  <a:schemeClr val="tx2"/>
                </a:solidFill>
              </a:rPr>
              <a:t> = forest yield class (m</a:t>
            </a:r>
            <a:r>
              <a:rPr lang="en-US" sz="1400" i="1" baseline="30000" dirty="0">
                <a:solidFill>
                  <a:schemeClr val="tx2"/>
                </a:solidFill>
              </a:rPr>
              <a:t>3</a:t>
            </a:r>
            <a:r>
              <a:rPr lang="en-US" sz="1400" i="1" dirty="0">
                <a:solidFill>
                  <a:schemeClr val="tx2"/>
                </a:solidFill>
              </a:rPr>
              <a:t> ha</a:t>
            </a:r>
            <a:r>
              <a:rPr lang="en-US" sz="1400" i="1" baseline="30000" dirty="0">
                <a:solidFill>
                  <a:schemeClr val="tx2"/>
                </a:solidFill>
              </a:rPr>
              <a:t>-1</a:t>
            </a:r>
            <a:r>
              <a:rPr lang="en-US" sz="1400" i="1" dirty="0">
                <a:solidFill>
                  <a:schemeClr val="tx2"/>
                </a:solidFill>
              </a:rPr>
              <a:t> y</a:t>
            </a:r>
            <a:r>
              <a:rPr lang="en-US" sz="1400" i="1" baseline="30000" dirty="0">
                <a:solidFill>
                  <a:schemeClr val="tx2"/>
                </a:solidFill>
              </a:rPr>
              <a:t>-1</a:t>
            </a:r>
            <a:r>
              <a:rPr lang="en-US" sz="1400" i="1" dirty="0">
                <a:solidFill>
                  <a:schemeClr val="tx2"/>
                </a:solidFill>
              </a:rPr>
              <a:t>), and </a:t>
            </a:r>
            <a:r>
              <a:rPr lang="en-US" sz="1400" i="1" dirty="0">
                <a:solidFill>
                  <a:srgbClr val="FF0000"/>
                </a:solidFill>
              </a:rPr>
              <a:t>u</a:t>
            </a:r>
            <a:r>
              <a:rPr lang="en-US" sz="1400" i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1A202-4081-E000-0CCE-075F8CF9C30D}"/>
              </a:ext>
            </a:extLst>
          </p:cNvPr>
          <p:cNvSpPr txBox="1"/>
          <p:nvPr/>
        </p:nvSpPr>
        <p:spPr>
          <a:xfrm>
            <a:off x="3456166" y="3338079"/>
            <a:ext cx="5110713" cy="49244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 </a:t>
            </a:r>
            <a:r>
              <a:rPr lang="en-US" sz="13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10 * (1-exp(-water/1000)) * (1–altitude/1000)</a:t>
            </a:r>
          </a:p>
          <a:p>
            <a:r>
              <a:rPr lang="en-US" sz="1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sz="13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3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30 * YC - 0.1 * IRRIG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82D7E-3C09-BCD0-EEDD-E797792F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13" r="58486" b="51128"/>
          <a:stretch>
            <a:fillRect/>
          </a:stretch>
        </p:blipFill>
        <p:spPr>
          <a:xfrm>
            <a:off x="3466476" y="4053754"/>
            <a:ext cx="2388823" cy="25718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F86F1D-9036-1E53-8E19-3CC416E89182}"/>
              </a:ext>
            </a:extLst>
          </p:cNvPr>
          <p:cNvSpPr/>
          <p:nvPr/>
        </p:nvSpPr>
        <p:spPr bwMode="auto">
          <a:xfrm>
            <a:off x="5928610" y="712033"/>
            <a:ext cx="2484619" cy="250213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BC4FA3-9142-4D5D-F9F1-A8D89DC40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67" r="17599"/>
          <a:stretch>
            <a:fillRect/>
          </a:stretch>
        </p:blipFill>
        <p:spPr>
          <a:xfrm>
            <a:off x="1134912" y="4188224"/>
            <a:ext cx="1860079" cy="23029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1A00E8-62B7-C184-4A0A-512EA6A609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5" t="17330" r="52700" b="18149"/>
          <a:stretch>
            <a:fillRect/>
          </a:stretch>
        </p:blipFill>
        <p:spPr>
          <a:xfrm>
            <a:off x="6326784" y="4122296"/>
            <a:ext cx="2142658" cy="248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8CB9-EC3B-1236-76A1-EAE6B7E8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Gonzales-Redin et al. (2016)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2D103-46F5-B1E5-76BB-FED5C7CAC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90702"/>
            <a:ext cx="7772400" cy="5276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A64471-5583-1DDB-E7EA-13B4A36DB957}"/>
              </a:ext>
            </a:extLst>
          </p:cNvPr>
          <p:cNvSpPr txBox="1"/>
          <p:nvPr/>
        </p:nvSpPr>
        <p:spPr>
          <a:xfrm>
            <a:off x="816424" y="6185263"/>
            <a:ext cx="7707086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b="0" dirty="0">
                <a:latin typeface="Times New Roman" panose="02020603050405020304" pitchFamily="18" charset="0"/>
              </a:rPr>
              <a:t>Gonzalez Redin, J. et al. (2016). Spatial Bayesian belief networks as a planning decision tool for mapping ecosystem services trade-offs on forested landscapes. Environmental Research 144: 15-26.</a:t>
            </a:r>
            <a:endParaRPr lang="en-US" sz="22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60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83CE-B05A-0B9F-73C9-417B6FC18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7E9B384A-B4D0-7D67-1D8D-4FBC9AE14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5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Links between PRA and BDT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2FE03CFB-6A50-0FEF-41F5-02556E006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85935-ED73-1547-AFC6-1CBD775D20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F79BB-73C9-8A51-78E4-034D4EDD5E23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21FB8-7F80-EFD6-47B3-B8D3A6572756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7DD9F4-4B52-02C7-C3A5-61B30D847D6A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1904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C822-BE0A-E619-C260-06976DB1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DE06FF-9433-A86B-063C-2D9527D7E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55" b="55202"/>
          <a:stretch>
            <a:fillRect/>
          </a:stretch>
        </p:blipFill>
        <p:spPr>
          <a:xfrm>
            <a:off x="839449" y="3847116"/>
            <a:ext cx="7573780" cy="2872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2E3842-E172-CABD-098E-7CBB7DFB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spatial BDT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7457F0-9483-E694-0098-3AF42B14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41" b="28239"/>
          <a:stretch>
            <a:fillRect/>
          </a:stretch>
        </p:blipFill>
        <p:spPr>
          <a:xfrm>
            <a:off x="959371" y="648084"/>
            <a:ext cx="7453858" cy="2566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73DD0-9E0A-8414-8B69-F41BAFBE6827}"/>
              </a:ext>
            </a:extLst>
          </p:cNvPr>
          <p:cNvSpPr txBox="1"/>
          <p:nvPr/>
        </p:nvSpPr>
        <p:spPr>
          <a:xfrm>
            <a:off x="1088654" y="3321485"/>
            <a:ext cx="2445276" cy="47565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tx2"/>
                </a:solidFill>
              </a:rPr>
              <a:t>Models for </a:t>
            </a:r>
            <a:r>
              <a:rPr lang="en-US" sz="1400" i="1" dirty="0">
                <a:solidFill>
                  <a:schemeClr val="accent2"/>
                </a:solidFill>
              </a:rPr>
              <a:t>z</a:t>
            </a:r>
            <a:r>
              <a:rPr lang="en-US" sz="1400" i="1" dirty="0">
                <a:solidFill>
                  <a:schemeClr val="tx2"/>
                </a:solidFill>
              </a:rPr>
              <a:t> = forest yield class (m</a:t>
            </a:r>
            <a:r>
              <a:rPr lang="en-US" sz="1400" i="1" baseline="30000" dirty="0">
                <a:solidFill>
                  <a:schemeClr val="tx2"/>
                </a:solidFill>
              </a:rPr>
              <a:t>3</a:t>
            </a:r>
            <a:r>
              <a:rPr lang="en-US" sz="1400" i="1" dirty="0">
                <a:solidFill>
                  <a:schemeClr val="tx2"/>
                </a:solidFill>
              </a:rPr>
              <a:t> ha</a:t>
            </a:r>
            <a:r>
              <a:rPr lang="en-US" sz="1400" i="1" baseline="30000" dirty="0">
                <a:solidFill>
                  <a:schemeClr val="tx2"/>
                </a:solidFill>
              </a:rPr>
              <a:t>-1</a:t>
            </a:r>
            <a:r>
              <a:rPr lang="en-US" sz="1400" i="1" dirty="0">
                <a:solidFill>
                  <a:schemeClr val="tx2"/>
                </a:solidFill>
              </a:rPr>
              <a:t> y</a:t>
            </a:r>
            <a:r>
              <a:rPr lang="en-US" sz="1400" i="1" baseline="30000" dirty="0">
                <a:solidFill>
                  <a:schemeClr val="tx2"/>
                </a:solidFill>
              </a:rPr>
              <a:t>-1</a:t>
            </a:r>
            <a:r>
              <a:rPr lang="en-US" sz="1400" i="1" dirty="0">
                <a:solidFill>
                  <a:schemeClr val="tx2"/>
                </a:solidFill>
              </a:rPr>
              <a:t>), and </a:t>
            </a:r>
            <a:r>
              <a:rPr lang="en-US" sz="1400" i="1" dirty="0">
                <a:solidFill>
                  <a:srgbClr val="FF0000"/>
                </a:solidFill>
              </a:rPr>
              <a:t>u</a:t>
            </a:r>
            <a:r>
              <a:rPr lang="en-US" sz="1400" i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F46DE-558A-BE5A-5A73-7A35DA3B0940}"/>
              </a:ext>
            </a:extLst>
          </p:cNvPr>
          <p:cNvSpPr txBox="1"/>
          <p:nvPr/>
        </p:nvSpPr>
        <p:spPr>
          <a:xfrm>
            <a:off x="3456166" y="3338079"/>
            <a:ext cx="5328070" cy="49244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YC  </a:t>
            </a:r>
            <a:r>
              <a:rPr lang="en-US" sz="13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10 * (1-exp(-water/1000)) * (1–altitude/1000)</a:t>
            </a:r>
          </a:p>
          <a:p>
            <a:r>
              <a:rPr lang="en-US" sz="1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en-US" sz="13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3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30 * YC - 0.1 * IRRIG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2D757-C459-5333-BAD5-7A8C535C47C8}"/>
              </a:ext>
            </a:extLst>
          </p:cNvPr>
          <p:cNvSpPr txBox="1"/>
          <p:nvPr/>
        </p:nvSpPr>
        <p:spPr>
          <a:xfrm>
            <a:off x="3456639" y="3830522"/>
            <a:ext cx="2230721" cy="292388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</a:t>
            </a:r>
            <a:r>
              <a:rPr lang="en-US" sz="1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1000 mm y</a:t>
            </a:r>
            <a:r>
              <a:rPr lang="en-US" sz="1300" baseline="30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1C15AA-AC4E-A6A3-F512-55EC42682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172" t="45966" r="-4919" b="1"/>
          <a:stretch>
            <a:fillRect/>
          </a:stretch>
        </p:blipFill>
        <p:spPr>
          <a:xfrm>
            <a:off x="369133" y="673205"/>
            <a:ext cx="8634334" cy="346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4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2996-8434-CD08-5D66-FB6943F4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utility vs. minimizing 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3EDF0-783B-CFB1-4264-AF94A97ADF7A}"/>
              </a:ext>
            </a:extLst>
          </p:cNvPr>
          <p:cNvSpPr txBox="1"/>
          <p:nvPr/>
        </p:nvSpPr>
        <p:spPr>
          <a:xfrm>
            <a:off x="1214205" y="1026826"/>
            <a:ext cx="6947944" cy="101566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chemeClr val="accent2"/>
                </a:solidFill>
              </a:rPr>
              <a:t>PRA: irrigation reduces R to nearly zero everywhere…</a:t>
            </a:r>
          </a:p>
          <a:p>
            <a:endParaRPr lang="en-US" sz="2000" b="0" dirty="0">
              <a:solidFill>
                <a:schemeClr val="accent2"/>
              </a:solidFill>
            </a:endParaRPr>
          </a:p>
          <a:p>
            <a:r>
              <a:rPr lang="en-US" sz="2000" b="0" dirty="0">
                <a:solidFill>
                  <a:schemeClr val="accent2"/>
                </a:solidFill>
              </a:rPr>
              <a:t>Why did the BDT then only suggest irrigation in the North?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B087D-20F2-EE50-79C9-E50C27E0B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51" y="2437049"/>
            <a:ext cx="3187388" cy="3696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C7D04-A4DE-D225-8C12-AE99F9D48DDF}"/>
              </a:ext>
            </a:extLst>
          </p:cNvPr>
          <p:cNvSpPr txBox="1"/>
          <p:nvPr/>
        </p:nvSpPr>
        <p:spPr>
          <a:xfrm>
            <a:off x="1071799" y="3073410"/>
            <a:ext cx="6355829" cy="101566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0" dirty="0">
                <a:solidFill>
                  <a:schemeClr val="accent2"/>
                </a:solidFill>
              </a:rPr>
              <a:t>⇒ minimizing </a:t>
            </a:r>
            <a:r>
              <a:rPr lang="en-US" sz="2000" b="0" dirty="0">
                <a:solidFill>
                  <a:srgbClr val="FF0000"/>
                </a:solidFill>
              </a:rPr>
              <a:t>R</a:t>
            </a:r>
            <a:r>
              <a:rPr lang="en-US" sz="2000" b="0" dirty="0">
                <a:solidFill>
                  <a:schemeClr val="accent2"/>
                </a:solidFill>
              </a:rPr>
              <a:t> is not the same as maximizing </a:t>
            </a:r>
            <a:r>
              <a:rPr lang="en-US" sz="2000" b="0" dirty="0">
                <a:solidFill>
                  <a:srgbClr val="FF0000"/>
                </a:solidFill>
              </a:rPr>
              <a:t>E[u]</a:t>
            </a:r>
            <a:r>
              <a:rPr lang="en-US" sz="2000" b="0" dirty="0">
                <a:solidFill>
                  <a:schemeClr val="accent2"/>
                </a:solidFill>
              </a:rPr>
              <a:t>.</a:t>
            </a:r>
          </a:p>
          <a:p>
            <a:pPr algn="ctr"/>
            <a:endParaRPr lang="en-US" sz="2000" b="0" dirty="0">
              <a:solidFill>
                <a:schemeClr val="accent2"/>
              </a:solidFill>
            </a:endParaRPr>
          </a:p>
          <a:p>
            <a:pPr algn="ctr"/>
            <a:r>
              <a:rPr lang="en-US" sz="2000" b="0" dirty="0">
                <a:solidFill>
                  <a:schemeClr val="accent2"/>
                </a:solidFill>
              </a:rPr>
              <a:t>We define </a:t>
            </a:r>
            <a:r>
              <a:rPr lang="en-US" sz="2000" b="0" i="1" dirty="0">
                <a:solidFill>
                  <a:srgbClr val="FF0000"/>
                </a:solidFill>
              </a:rPr>
              <a:t>‘Risk corrected for costs and benefits’</a:t>
            </a:r>
            <a:r>
              <a:rPr lang="en-US" sz="2000" b="0" dirty="0">
                <a:solidFill>
                  <a:schemeClr val="accent2"/>
                </a:solidFill>
              </a:rPr>
              <a:t> as: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6E3B52-A992-FF7C-7EDE-238A45D06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51" y="4423191"/>
            <a:ext cx="2940984" cy="372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34C31B-C07E-BFD5-7BC4-A2B330C8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277" y="5082198"/>
            <a:ext cx="5516376" cy="35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9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0401-D34E-A9E7-D323-D1499A3C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A661-2CEA-E3BA-907E-F8C7A0F7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BDT with continuous nonlinear z-response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B6191-5FE2-77D1-6229-7922F48D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72" y="727076"/>
            <a:ext cx="4634725" cy="35839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96A793-558B-F2E4-BCE8-CE6FC255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591" y="2557937"/>
            <a:ext cx="5122887" cy="392522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759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BF32-4ABB-91E3-BB23-E68C2265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414C739C-2057-2A7C-84BF-3F02166F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US" sz="2400" u="sng" dirty="0">
                <a:effectLst/>
              </a:rPr>
              <a:t>6</a:t>
            </a:r>
            <a:r>
              <a:rPr lang="en-GB" sz="2400" u="sng" dirty="0">
                <a:effectLst/>
              </a:rPr>
              <a:t>.</a:t>
            </a:r>
            <a:br>
              <a:rPr lang="en-GB" sz="2400" dirty="0">
                <a:effectLst/>
              </a:rPr>
            </a:br>
            <a:r>
              <a:rPr lang="en-GB" sz="2400" dirty="0">
                <a:effectLst/>
              </a:rPr>
              <a:t>General discussion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0036D626-79A1-1556-7788-3D8FE1568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30F6AB-6DF7-92AA-00F5-C7B16B0139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240299-3180-8EDE-0A7E-401B609685ED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2D304-BBAE-6772-12BE-B39300666761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796D43-D005-0FF7-290A-567E89E46CE7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2109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Theory development: PRA &amp; BDT</a:t>
            </a:r>
          </a:p>
        </p:txBody>
      </p:sp>
      <p:cxnSp>
        <p:nvCxnSpPr>
          <p:cNvPr id="20" name="Straight Connector 19"/>
          <p:cNvCxnSpPr>
            <a:cxnSpLocks/>
          </p:cNvCxnSpPr>
          <p:nvPr/>
        </p:nvCxnSpPr>
        <p:spPr bwMode="auto">
          <a:xfrm>
            <a:off x="0" y="3097223"/>
            <a:ext cx="9144000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8E73FE-E275-E94A-9874-88A11A5C81BC}"/>
              </a:ext>
            </a:extLst>
          </p:cNvPr>
          <p:cNvGrpSpPr/>
          <p:nvPr/>
        </p:nvGrpSpPr>
        <p:grpSpPr>
          <a:xfrm>
            <a:off x="1691447" y="658984"/>
            <a:ext cx="5868641" cy="2297197"/>
            <a:chOff x="1691447" y="658984"/>
            <a:chExt cx="5868641" cy="2297197"/>
          </a:xfrm>
        </p:grpSpPr>
        <p:grpSp>
          <p:nvGrpSpPr>
            <p:cNvPr id="12" name="Group 11"/>
            <p:cNvGrpSpPr/>
            <p:nvPr/>
          </p:nvGrpSpPr>
          <p:grpSpPr>
            <a:xfrm>
              <a:off x="3674828" y="1117425"/>
              <a:ext cx="1827802" cy="1830851"/>
              <a:chOff x="2643958" y="1223493"/>
              <a:chExt cx="1827802" cy="1830851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/>
              <a:srcRect l="49428" t="5481" b="49983"/>
              <a:stretch/>
            </p:blipFill>
            <p:spPr>
              <a:xfrm>
                <a:off x="2663782" y="1223493"/>
                <a:ext cx="1804785" cy="1830851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2643958" y="1280915"/>
                <a:ext cx="1827802" cy="292388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 algn="ctr"/>
                <a:r>
                  <a:rPr lang="en-GB" sz="1900" dirty="0">
                    <a:solidFill>
                      <a:srgbClr val="FF0000"/>
                    </a:solidFill>
                  </a:rPr>
                  <a:t>Risk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691447" y="1109102"/>
              <a:ext cx="1765153" cy="1847079"/>
              <a:chOff x="7249486" y="3286540"/>
              <a:chExt cx="1765153" cy="1847079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2"/>
              <a:srcRect t="56655" r="51233" b="-1"/>
              <a:stretch/>
            </p:blipFill>
            <p:spPr>
              <a:xfrm>
                <a:off x="7249486" y="3326296"/>
                <a:ext cx="1765153" cy="1807323"/>
              </a:xfrm>
              <a:prstGeom prst="rect">
                <a:avLst/>
              </a:prstGeom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7350279" y="3286540"/>
                <a:ext cx="1558344" cy="384721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GB" sz="1900" dirty="0"/>
                  <a:t>p(Drought)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714472" y="1096685"/>
              <a:ext cx="1845616" cy="1851591"/>
              <a:chOff x="3421845" y="4056845"/>
              <a:chExt cx="1845616" cy="1851591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2"/>
              <a:srcRect t="5694" r="50424" b="50423"/>
              <a:stretch/>
            </p:blipFill>
            <p:spPr>
              <a:xfrm>
                <a:off x="3451541" y="4056845"/>
                <a:ext cx="1815920" cy="1851591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3421845" y="4077352"/>
                <a:ext cx="1752852" cy="384721"/>
              </a:xfrm>
              <a:prstGeom prst="rect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GB" sz="1900"/>
                  <a:t>Vulnerability</a:t>
                </a:r>
                <a:endParaRPr lang="en-GB" sz="1900" dirty="0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71464" y="658984"/>
              <a:ext cx="5744152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GB" sz="1600" b="0" dirty="0"/>
                <a:t>Risk = Expected loss = probability(Hazard) * Vulnerability</a:t>
              </a:r>
            </a:p>
          </p:txBody>
        </p:sp>
        <p:sp>
          <p:nvSpPr>
            <p:cNvPr id="21" name="Right Arrow 20"/>
            <p:cNvSpPr/>
            <p:nvPr/>
          </p:nvSpPr>
          <p:spPr bwMode="auto">
            <a:xfrm>
              <a:off x="2959644" y="1848922"/>
              <a:ext cx="781879" cy="503583"/>
            </a:xfrm>
            <a:prstGeom prst="rightArrow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Left Arrow 21"/>
            <p:cNvSpPr/>
            <p:nvPr/>
          </p:nvSpPr>
          <p:spPr bwMode="auto">
            <a:xfrm>
              <a:off x="5489853" y="1848922"/>
              <a:ext cx="715402" cy="503582"/>
            </a:xfrm>
            <a:prstGeom prst="leftArrow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407532-C77E-A448-BF8A-3B2D30FA7196}"/>
              </a:ext>
            </a:extLst>
          </p:cNvPr>
          <p:cNvCxnSpPr>
            <a:cxnSpLocks/>
          </p:cNvCxnSpPr>
          <p:nvPr/>
        </p:nvCxnSpPr>
        <p:spPr bwMode="auto">
          <a:xfrm flipH="1">
            <a:off x="1541568" y="517525"/>
            <a:ext cx="1" cy="6340475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053BF0-E08E-994F-A9FD-813D0F89BE5F}"/>
              </a:ext>
            </a:extLst>
          </p:cNvPr>
          <p:cNvSpPr txBox="1"/>
          <p:nvPr/>
        </p:nvSpPr>
        <p:spPr>
          <a:xfrm>
            <a:off x="42458" y="660127"/>
            <a:ext cx="1440627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r"/>
            <a:r>
              <a:rPr lang="en-GB" sz="1600" b="0" dirty="0"/>
              <a:t>Probabilistic Risk Analysis (PRA)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9F6F31-9E69-3245-BD49-03FC78D7CDAE}"/>
              </a:ext>
            </a:extLst>
          </p:cNvPr>
          <p:cNvSpPr txBox="1"/>
          <p:nvPr/>
        </p:nvSpPr>
        <p:spPr>
          <a:xfrm>
            <a:off x="246414" y="3222168"/>
            <a:ext cx="1386444" cy="107721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r"/>
            <a:r>
              <a:rPr lang="en-GB" sz="1600" b="0" dirty="0"/>
              <a:t>Bayesian Decision Theory</a:t>
            </a:r>
          </a:p>
          <a:p>
            <a:pPr algn="r"/>
            <a:r>
              <a:rPr lang="en-GB" sz="1600" b="0" dirty="0"/>
              <a:t>(BDT)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185FE067-A58C-63A6-A9D7-0AC3DFA0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644" y="3303190"/>
            <a:ext cx="4035274" cy="331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81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2686-416C-E498-3BEF-CE71878A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questions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EF09E-E18E-B69B-39B3-BA3D7962FBBC}"/>
              </a:ext>
            </a:extLst>
          </p:cNvPr>
          <p:cNvSpPr txBox="1"/>
          <p:nvPr/>
        </p:nvSpPr>
        <p:spPr>
          <a:xfrm>
            <a:off x="1164957" y="1814767"/>
            <a:ext cx="7334204" cy="923330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1800" b="0" i="1" dirty="0">
                <a:solidFill>
                  <a:schemeClr val="accent2"/>
                </a:solidFill>
              </a:rPr>
              <a:t>Main questions to all: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accent2"/>
                </a:solidFill>
              </a:rPr>
              <a:t>What is missing from these lectures and/or VO &amp; B</a:t>
            </a:r>
            <a:r>
              <a:rPr lang="en-GB" sz="1800" b="0" i="1" dirty="0">
                <a:solidFill>
                  <a:schemeClr val="accent2"/>
                </a:solidFill>
              </a:rPr>
              <a:t> </a:t>
            </a:r>
            <a:r>
              <a:rPr lang="en-GB" sz="1800" i="1" dirty="0">
                <a:solidFill>
                  <a:schemeClr val="accent2"/>
                </a:solidFill>
              </a:rPr>
              <a:t>(2022)?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1" dirty="0">
                <a:solidFill>
                  <a:schemeClr val="accent2"/>
                </a:solidFill>
              </a:rPr>
              <a:t>Which of the methods could you use in your own work?</a:t>
            </a:r>
            <a:r>
              <a:rPr lang="en-GB" sz="1800" b="0" i="1" dirty="0">
                <a:solidFill>
                  <a:schemeClr val="accent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68502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30E9-0715-1B45-AFD2-F0C15132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Complications: Analysis of z, H and V</a:t>
            </a:r>
            <a:r>
              <a:rPr lang="en-US" sz="2400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Lecina</a:t>
            </a:r>
            <a:r>
              <a:rPr lang="en-US" sz="2000" dirty="0"/>
              <a:t>-Diaz et al. 2020)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48813-E6D6-714A-BE5A-511E0A23E4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1260" y="1041722"/>
            <a:ext cx="5561480" cy="509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20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9C79-94E7-1C49-AD88-40D836E3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Complications: Analysis of z, H and V</a:t>
            </a:r>
            <a:r>
              <a:rPr lang="en-US" sz="2400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Lecina</a:t>
            </a:r>
            <a:r>
              <a:rPr lang="en-US" sz="2000" dirty="0"/>
              <a:t>-Diaz et al. 2020)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8CADD-56F5-0C4E-9015-428FB91023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688" y="863529"/>
            <a:ext cx="8079129" cy="492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813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Data &amp; Process-Based Modelling (PBM)</a:t>
            </a:r>
          </a:p>
        </p:txBody>
      </p:sp>
      <p:sp>
        <p:nvSpPr>
          <p:cNvPr id="24" name="Text Box 966">
            <a:extLst>
              <a:ext uri="{FF2B5EF4-FFF2-40B4-BE49-F238E27FC236}">
                <a16:creationId xmlns:a16="http://schemas.microsoft.com/office/drawing/2014/main" id="{5F15D4A9-E20A-524C-9458-AB8A95AA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930" y="1414483"/>
            <a:ext cx="5842656" cy="1200329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u="sng" dirty="0"/>
              <a:t>Data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Performance of conifer spp. in UK, Spain, Finland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Environmental conditions (soil, past &amp; future climate)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800" b="0" dirty="0"/>
              <a:t>Forest management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DD5B04-86F9-3C49-9474-1382B07D4255}"/>
              </a:ext>
            </a:extLst>
          </p:cNvPr>
          <p:cNvGrpSpPr/>
          <p:nvPr/>
        </p:nvGrpSpPr>
        <p:grpSpPr>
          <a:xfrm>
            <a:off x="814930" y="2614812"/>
            <a:ext cx="8010369" cy="3886196"/>
            <a:chOff x="814930" y="2614812"/>
            <a:chExt cx="8010369" cy="388619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CF2AFA-53C0-0649-9F0F-D555B33BBCB4}"/>
                </a:ext>
              </a:extLst>
            </p:cNvPr>
            <p:cNvGrpSpPr/>
            <p:nvPr/>
          </p:nvGrpSpPr>
          <p:grpSpPr>
            <a:xfrm>
              <a:off x="814930" y="2614812"/>
              <a:ext cx="5842655" cy="3088269"/>
              <a:chOff x="1560227" y="2614812"/>
              <a:chExt cx="5842655" cy="3088269"/>
            </a:xfrm>
          </p:grpSpPr>
          <p:sp>
            <p:nvSpPr>
              <p:cNvPr id="23" name="Text Box 966">
                <a:extLst>
                  <a:ext uri="{FF2B5EF4-FFF2-40B4-BE49-F238E27FC236}">
                    <a16:creationId xmlns:a16="http://schemas.microsoft.com/office/drawing/2014/main" id="{40C69A6D-96C0-1B49-8469-7143BF4CE0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0227" y="4225753"/>
                <a:ext cx="5842655" cy="1477328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GB" sz="1800" b="0" u="sng" dirty="0"/>
                  <a:t>PBM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BASFOR, 3PGN, …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Quantifying past &amp; future forest performance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Analysing forest vulnerability to drought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sz="1800" b="0" dirty="0"/>
                  <a:t>Analysing impacts of management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6CD6CC46-C2EE-6F49-86B6-C2E0BF6C4B35}"/>
                  </a:ext>
                </a:extLst>
              </p:cNvPr>
              <p:cNvCxnSpPr>
                <a:stCxn id="24" idx="2"/>
                <a:endCxn id="23" idx="0"/>
              </p:cNvCxnSpPr>
              <p:nvPr/>
            </p:nvCxnSpPr>
            <p:spPr bwMode="auto">
              <a:xfrm flipH="1">
                <a:off x="4481555" y="2614812"/>
                <a:ext cx="6263" cy="1610941"/>
              </a:xfrm>
              <a:prstGeom prst="straightConnector1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5DB50A-886F-354B-9FDC-AEC488475DA6}"/>
                  </a:ext>
                </a:extLst>
              </p:cNvPr>
              <p:cNvSpPr/>
              <p:nvPr/>
            </p:nvSpPr>
            <p:spPr>
              <a:xfrm>
                <a:off x="4481554" y="3143283"/>
                <a:ext cx="197201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drivers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test data</a:t>
                </a:r>
              </a:p>
              <a:p>
                <a:pPr marL="285750" indent="-28575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GB" b="0" dirty="0"/>
                  <a:t>Model calibration data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72FA42-1031-1340-A2FF-073E410C5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4412" y="3661362"/>
              <a:ext cx="1303055" cy="13030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7767CF-A1E5-694D-8963-A699732EE3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44412" y="5072319"/>
              <a:ext cx="1980887" cy="1428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465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Process-models for forest drought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4171" y="1090548"/>
            <a:ext cx="4296689" cy="3785652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Climate models (GCMs)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Process-based forest models (BASFOR, 3PGN,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/>
              <a:t>Identify </a:t>
            </a:r>
            <a:r>
              <a:rPr lang="en-GB" sz="2000" b="0" dirty="0">
                <a:solidFill>
                  <a:schemeClr val="accent2"/>
                </a:solidFill>
              </a:rPr>
              <a:t>key factors</a:t>
            </a:r>
            <a:r>
              <a:rPr lang="en-GB" sz="2000" b="0" dirty="0">
                <a:solidFill>
                  <a:schemeClr val="tx2"/>
                </a:solidFill>
              </a:rPr>
              <a:t> that </a:t>
            </a:r>
            <a:r>
              <a:rPr lang="en-GB" sz="2000" b="0" dirty="0"/>
              <a:t>drive present and future forest </a:t>
            </a:r>
            <a:r>
              <a:rPr lang="en-GB" sz="2000" b="0" dirty="0">
                <a:solidFill>
                  <a:schemeClr val="accent2"/>
                </a:solidFill>
              </a:rPr>
              <a:t>drought vulnerability</a:t>
            </a:r>
            <a:endParaRPr lang="en-GB" sz="20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Forest data </a:t>
            </a:r>
            <a:r>
              <a:rPr lang="en-GB" sz="2000" b="0" dirty="0"/>
              <a:t>to test and calibrate the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Bayesian Calibration </a:t>
            </a:r>
            <a:r>
              <a:rPr lang="en-GB" sz="2000" b="0" dirty="0"/>
              <a:t>to reduce uncertainties in model 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accent2"/>
                </a:solidFill>
              </a:rPr>
              <a:t>Bayesian Model Comparison</a:t>
            </a:r>
            <a:r>
              <a:rPr lang="en-GB" sz="2000" b="0" dirty="0"/>
              <a:t> to reduce uncertainty in </a:t>
            </a:r>
            <a:r>
              <a:rPr lang="en-GB" sz="2000" b="0" dirty="0">
                <a:solidFill>
                  <a:schemeClr val="accent2"/>
                </a:solidFill>
              </a:rPr>
              <a:t>model error</a:t>
            </a:r>
            <a:endParaRPr lang="en-GB" sz="20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-134471" y="5883203"/>
            <a:ext cx="263214" cy="430887"/>
          </a:xfrm>
          <a:prstGeom prst="rect">
            <a:avLst/>
          </a:prstGeom>
          <a:noFill/>
          <a:ln w="0">
            <a:noFill/>
          </a:ln>
        </p:spPr>
        <p:txBody>
          <a:bodyPr wrap="non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endParaRPr lang="en-GB" sz="10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743" y="778044"/>
            <a:ext cx="2956908" cy="29234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0159" y="1946816"/>
            <a:ext cx="3254007" cy="24007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006" y="3634855"/>
            <a:ext cx="3794144" cy="19232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77" y="4817280"/>
            <a:ext cx="3794606" cy="19649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964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388"/>
    </mc:Choice>
    <mc:Fallback xmlns="">
      <p:transition spd="slow" advTm="113388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500" dirty="0"/>
              <a:t>Project flowchart &amp; Decision Support System (DSS)</a:t>
            </a:r>
          </a:p>
        </p:txBody>
      </p:sp>
      <p:sp>
        <p:nvSpPr>
          <p:cNvPr id="23" name="Text Box 966">
            <a:extLst>
              <a:ext uri="{FF2B5EF4-FFF2-40B4-BE49-F238E27FC236}">
                <a16:creationId xmlns:a16="http://schemas.microsoft.com/office/drawing/2014/main" id="{40C69A6D-96C0-1B49-8469-7143BF4CE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64" y="2603636"/>
            <a:ext cx="1464809" cy="369332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dirty="0"/>
              <a:t>PBM</a:t>
            </a:r>
          </a:p>
        </p:txBody>
      </p:sp>
      <p:sp>
        <p:nvSpPr>
          <p:cNvPr id="24" name="Text Box 966">
            <a:extLst>
              <a:ext uri="{FF2B5EF4-FFF2-40B4-BE49-F238E27FC236}">
                <a16:creationId xmlns:a16="http://schemas.microsoft.com/office/drawing/2014/main" id="{5F15D4A9-E20A-524C-9458-AB8A95AA6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663" y="1489643"/>
            <a:ext cx="1464809" cy="369332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GB" sz="1800" b="0" dirty="0"/>
              <a:t>Data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D6CC46-C2EE-6F49-86B6-C2E0BF6C4B35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 bwMode="auto">
          <a:xfrm>
            <a:off x="1660068" y="1858975"/>
            <a:ext cx="1" cy="744661"/>
          </a:xfrm>
          <a:prstGeom prst="straightConnector1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44A9DEF-5344-9B4E-8204-1969D365F61E}"/>
              </a:ext>
            </a:extLst>
          </p:cNvPr>
          <p:cNvGrpSpPr/>
          <p:nvPr/>
        </p:nvGrpSpPr>
        <p:grpSpPr>
          <a:xfrm>
            <a:off x="2392472" y="1489643"/>
            <a:ext cx="1546965" cy="1483325"/>
            <a:chOff x="2392472" y="1489643"/>
            <a:chExt cx="1546965" cy="1483325"/>
          </a:xfrm>
        </p:grpSpPr>
        <p:sp>
          <p:nvSpPr>
            <p:cNvPr id="25" name="Text Box 966">
              <a:extLst>
                <a:ext uri="{FF2B5EF4-FFF2-40B4-BE49-F238E27FC236}">
                  <a16:creationId xmlns:a16="http://schemas.microsoft.com/office/drawing/2014/main" id="{16FD582B-A53B-0245-B0B8-6B7F4E746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613" y="1489643"/>
              <a:ext cx="75782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PRA</a:t>
              </a:r>
            </a:p>
          </p:txBody>
        </p:sp>
        <p:sp>
          <p:nvSpPr>
            <p:cNvPr id="11" name="Text Box 966">
              <a:extLst>
                <a:ext uri="{FF2B5EF4-FFF2-40B4-BE49-F238E27FC236}">
                  <a16:creationId xmlns:a16="http://schemas.microsoft.com/office/drawing/2014/main" id="{5B7A62C9-13AB-D140-81AE-03C035CE9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613" y="2603636"/>
              <a:ext cx="75782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BDT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1065D4A-11E4-404C-AABC-ACD5CAD14117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 bwMode="auto">
            <a:xfrm>
              <a:off x="2392472" y="1674309"/>
              <a:ext cx="789141" cy="0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0281A58-C494-7B48-8698-E4671E3BEB4C}"/>
                </a:ext>
              </a:extLst>
            </p:cNvPr>
            <p:cNvCxnSpPr>
              <a:cxnSpLocks/>
              <a:stCxn id="23" idx="3"/>
            </p:cNvCxnSpPr>
            <p:nvPr/>
          </p:nvCxnSpPr>
          <p:spPr bwMode="auto">
            <a:xfrm flipV="1">
              <a:off x="2392473" y="1858975"/>
              <a:ext cx="789139" cy="929327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7BE9DD-7C21-144D-99AA-21F876B6F88A}"/>
                </a:ext>
              </a:extLst>
            </p:cNvPr>
            <p:cNvCxnSpPr>
              <a:cxnSpLocks/>
              <a:stCxn id="23" idx="3"/>
              <a:endCxn id="11" idx="1"/>
            </p:cNvCxnSpPr>
            <p:nvPr/>
          </p:nvCxnSpPr>
          <p:spPr bwMode="auto">
            <a:xfrm>
              <a:off x="2392473" y="2788302"/>
              <a:ext cx="789140" cy="0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17E4A7-987D-DA40-8534-3CC1AFBAB3C8}"/>
              </a:ext>
            </a:extLst>
          </p:cNvPr>
          <p:cNvGrpSpPr/>
          <p:nvPr/>
        </p:nvGrpSpPr>
        <p:grpSpPr>
          <a:xfrm>
            <a:off x="3939437" y="1674309"/>
            <a:ext cx="4682338" cy="3734527"/>
            <a:chOff x="3939437" y="1674309"/>
            <a:chExt cx="4682338" cy="3734527"/>
          </a:xfrm>
        </p:grpSpPr>
        <p:sp>
          <p:nvSpPr>
            <p:cNvPr id="22" name="Text Box 966">
              <a:extLst>
                <a:ext uri="{FF2B5EF4-FFF2-40B4-BE49-F238E27FC236}">
                  <a16:creationId xmlns:a16="http://schemas.microsoft.com/office/drawing/2014/main" id="{2203DD4D-74BC-D24A-85FA-1B5721295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975" y="2046639"/>
              <a:ext cx="1464809" cy="369332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sz="1800" b="0" dirty="0"/>
                <a:t>DSS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0C93DB0-5185-994B-9D31-644BE668DF28}"/>
                </a:ext>
              </a:extLst>
            </p:cNvPr>
            <p:cNvCxnSpPr>
              <a:cxnSpLocks/>
              <a:stCxn id="25" idx="3"/>
            </p:cNvCxnSpPr>
            <p:nvPr/>
          </p:nvCxnSpPr>
          <p:spPr bwMode="auto">
            <a:xfrm>
              <a:off x="3939437" y="1674309"/>
              <a:ext cx="948538" cy="423704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1CC574-D052-3A47-8339-CF78D291D389}"/>
                </a:ext>
              </a:extLst>
            </p:cNvPr>
            <p:cNvCxnSpPr>
              <a:cxnSpLocks/>
              <a:stCxn id="11" idx="3"/>
            </p:cNvCxnSpPr>
            <p:nvPr/>
          </p:nvCxnSpPr>
          <p:spPr bwMode="auto">
            <a:xfrm flipV="1">
              <a:off x="3939437" y="2415971"/>
              <a:ext cx="948538" cy="372331"/>
            </a:xfrm>
            <a:prstGeom prst="straightConnector1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328E605-F095-0D43-81A8-0B5FF028D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7975" y="2602136"/>
              <a:ext cx="3733800" cy="2806700"/>
            </a:xfrm>
            <a:prstGeom prst="rect">
              <a:avLst/>
            </a:prstGeom>
            <a:ln w="25400">
              <a:solidFill>
                <a:srgbClr val="FFFF00"/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A7606A-FA99-AF2C-FDBB-7D7D3BA6F3B8}"/>
              </a:ext>
            </a:extLst>
          </p:cNvPr>
          <p:cNvSpPr txBox="1"/>
          <p:nvPr/>
        </p:nvSpPr>
        <p:spPr>
          <a:xfrm>
            <a:off x="927663" y="4651167"/>
            <a:ext cx="3533792" cy="58477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1600" b="0" dirty="0"/>
              <a:t>Need to know where/what to plant to ensure 'climate-smart' forestry</a:t>
            </a:r>
          </a:p>
        </p:txBody>
      </p:sp>
    </p:spTree>
    <p:extLst>
      <p:ext uri="{BB962C8B-B14F-4D97-AF65-F5344CB8AC3E}">
        <p14:creationId xmlns:p14="http://schemas.microsoft.com/office/powerpoint/2010/main" val="7458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5BF2-A1CF-FEBD-610E-EDC7A6D3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to discuss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76D4C-8DB2-42CD-B25B-E40B723C0695}"/>
              </a:ext>
            </a:extLst>
          </p:cNvPr>
          <p:cNvSpPr txBox="1"/>
          <p:nvPr/>
        </p:nvSpPr>
        <p:spPr>
          <a:xfrm>
            <a:off x="659567" y="794482"/>
            <a:ext cx="8094689" cy="560153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Which type of PRA to choose?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Nature of x and z, Main questions of interest, Available data and model output</a:t>
            </a:r>
            <a:endParaRPr lang="en-US" sz="2200" b="0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Data needs and computational demand of PRA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Data needs and computational demand: model-based &gt; distr.-based &gt; sampling-based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Data needs: increasing when p[</a:t>
            </a:r>
            <a:r>
              <a:rPr lang="en-US" sz="1400" b="0" dirty="0" err="1">
                <a:solidFill>
                  <a:schemeClr val="tx2"/>
                </a:solidFill>
              </a:rPr>
              <a:t>x,z</a:t>
            </a:r>
            <a:r>
              <a:rPr lang="en-US" sz="1400" b="0" dirty="0">
                <a:solidFill>
                  <a:schemeClr val="tx2"/>
                </a:solidFill>
              </a:rPr>
              <a:t>] varies over time and/or space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Need for ‘extreme’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Model error = f(x)</a:t>
            </a: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BDT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Agreed-upon utility function?</a:t>
            </a: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Computational demand of BDT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High because: 1. Quadruple iteration (actions, parameters, space, time), 2. Slow models </a:t>
            </a: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PRA as a tool for simplifying and elucidating BDT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PRA can be decomposed ⇒ easier to explain? BDT more relevant to decision-making</a:t>
            </a: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Parameter and model uncertainties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Bayesian calibration and Bayesian model </a:t>
            </a:r>
            <a:r>
              <a:rPr lang="en-US" sz="1400" b="0" dirty="0" err="1">
                <a:solidFill>
                  <a:schemeClr val="tx2"/>
                </a:solidFill>
              </a:rPr>
              <a:t>comparision</a:t>
            </a:r>
            <a:r>
              <a:rPr lang="en-US" sz="1400" b="0" dirty="0">
                <a:solidFill>
                  <a:schemeClr val="tx2"/>
                </a:solidFill>
              </a:rPr>
              <a:t>: effective but data-hungry and slow</a:t>
            </a:r>
            <a:endParaRPr lang="en-US" sz="2200" b="0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Modelling, PRA and BDT for forests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Complex system requiring multi-hazard, multi-benefit approach</a:t>
            </a:r>
          </a:p>
          <a:p>
            <a:pPr marL="457200" indent="-457200">
              <a:buAutoNum type="arabicPeriod"/>
            </a:pPr>
            <a:r>
              <a:rPr lang="en-US" sz="2200" b="0" dirty="0">
                <a:solidFill>
                  <a:schemeClr val="tx2"/>
                </a:solidFill>
              </a:rPr>
              <a:t>Spatial statistics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tx2"/>
                </a:solidFill>
              </a:rPr>
              <a:t>Spatially correlated hazards ⇒ Regional risk is not the sum of local risks. [</a:t>
            </a:r>
            <a:r>
              <a:rPr lang="en-US" sz="1400" b="0" dirty="0" err="1">
                <a:solidFill>
                  <a:schemeClr val="tx2"/>
                </a:solidFill>
              </a:rPr>
              <a:t>Hochrainer</a:t>
            </a:r>
            <a:r>
              <a:rPr lang="en-US" sz="1400" b="0" dirty="0">
                <a:solidFill>
                  <a:schemeClr val="tx2"/>
                </a:solidFill>
              </a:rPr>
              <a:t>-Stigler et al. (2019) used a PBM, EVT &amp; copulas to upscale drought risk in space &amp; time.]</a:t>
            </a:r>
          </a:p>
        </p:txBody>
      </p:sp>
    </p:spTree>
    <p:extLst>
      <p:ext uri="{BB962C8B-B14F-4D97-AF65-F5344CB8AC3E}">
        <p14:creationId xmlns:p14="http://schemas.microsoft.com/office/powerpoint/2010/main" val="2024484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1126-17F4-A1E2-DB88-73A50EF6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3B140830-8565-DA3C-3936-2C8A1212B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4833" y="2080812"/>
            <a:ext cx="3713167" cy="2115675"/>
          </a:xfrm>
        </p:spPr>
        <p:txBody>
          <a:bodyPr/>
          <a:lstStyle/>
          <a:p>
            <a:pPr eaLnBrk="1" hangingPunct="1">
              <a:spcBef>
                <a:spcPts val="50"/>
              </a:spcBef>
              <a:spcAft>
                <a:spcPts val="0"/>
              </a:spcAft>
              <a:defRPr/>
            </a:pPr>
            <a:r>
              <a:rPr lang="en-GB" sz="2400" dirty="0">
                <a:effectLst/>
              </a:rPr>
              <a:t>Appendices</a:t>
            </a:r>
          </a:p>
        </p:txBody>
      </p:sp>
      <p:pic>
        <p:nvPicPr>
          <p:cNvPr id="8" name="Picture 974" descr="P6260402small">
            <a:extLst>
              <a:ext uri="{FF2B5EF4-FFF2-40B4-BE49-F238E27FC236}">
                <a16:creationId xmlns:a16="http://schemas.microsoft.com/office/drawing/2014/main" id="{4D40FC3E-5102-6148-A68F-B0BA2131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18199" y="2017152"/>
            <a:ext cx="1651933" cy="217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EED38-85CA-322C-3127-3FAB01168D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00" y="2080812"/>
            <a:ext cx="1651933" cy="2122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E9674-92C2-ADCF-2CCC-7065AAB33A61}"/>
              </a:ext>
            </a:extLst>
          </p:cNvPr>
          <p:cNvSpPr txBox="1"/>
          <p:nvPr/>
        </p:nvSpPr>
        <p:spPr>
          <a:xfrm>
            <a:off x="2756335" y="4032405"/>
            <a:ext cx="1242257" cy="430887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800" b="0" dirty="0"/>
              <a:t>USGS CC PDM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6C3FF-F592-821F-2A80-7AF215547687}"/>
              </a:ext>
            </a:extLst>
          </p:cNvPr>
          <p:cNvSpPr txBox="1"/>
          <p:nvPr/>
        </p:nvSpPr>
        <p:spPr>
          <a:xfrm>
            <a:off x="998999" y="6497458"/>
            <a:ext cx="7152128" cy="338554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1600" b="0" i="1" dirty="0"/>
              <a:t>Workshop IBS-Germany &amp; DVFFA, Lübeck, 2025-09-24-26</a:t>
            </a:r>
            <a:endParaRPr lang="en-US" sz="1600" b="0" i="1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2FE488-FCA2-68AB-AA23-474C2DBB8288}"/>
              </a:ext>
            </a:extLst>
          </p:cNvPr>
          <p:cNvCxnSpPr/>
          <p:nvPr/>
        </p:nvCxnSpPr>
        <p:spPr bwMode="auto">
          <a:xfrm>
            <a:off x="0" y="6485266"/>
            <a:ext cx="9144000" cy="0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133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87"/>
    </mc:Choice>
    <mc:Fallback xmlns="">
      <p:transition spd="slow" advTm="34487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3CB8-6EFE-F1C2-33EB-965CECCB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for V being threshold-independent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68767-3754-4E61-FB8B-0209ACCA8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2980"/>
            <a:ext cx="7772400" cy="15590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06DD57-E355-056C-903C-BD6D6526F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62982"/>
            <a:ext cx="3605349" cy="4446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8E1AC1A7-CC30-5712-74B8-0F9DBF89D12B}"/>
              </a:ext>
            </a:extLst>
          </p:cNvPr>
          <p:cNvSpPr/>
          <p:nvPr/>
        </p:nvSpPr>
        <p:spPr bwMode="auto">
          <a:xfrm>
            <a:off x="4852853" y="4100568"/>
            <a:ext cx="770709" cy="219868"/>
          </a:xfrm>
          <a:prstGeom prst="right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4A64A8C-0D94-EA9A-BB60-C1C740031539}"/>
              </a:ext>
            </a:extLst>
          </p:cNvPr>
          <p:cNvSpPr/>
          <p:nvPr/>
        </p:nvSpPr>
        <p:spPr bwMode="auto">
          <a:xfrm rot="5400000">
            <a:off x="6929869" y="3265268"/>
            <a:ext cx="786973" cy="219868"/>
          </a:xfrm>
          <a:prstGeom prst="rightArrow">
            <a:avLst/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24301D-2850-B370-3B06-9B4DED0BE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451" y="3990622"/>
            <a:ext cx="2197810" cy="41702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072040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5F3F-AE8E-CFD3-8DB2-44F65A39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datasets where E[</a:t>
            </a:r>
            <a:r>
              <a:rPr lang="en-US" dirty="0" err="1"/>
              <a:t>z|x</a:t>
            </a:r>
            <a:r>
              <a:rPr lang="en-US" dirty="0"/>
              <a:t>] = a + b </a:t>
            </a:r>
            <a:r>
              <a:rPr lang="en-US" dirty="0" err="1"/>
              <a:t>F</a:t>
            </a:r>
            <a:r>
              <a:rPr lang="en-US" baseline="-25000" dirty="0" err="1"/>
              <a:t>x</a:t>
            </a:r>
            <a:r>
              <a:rPr lang="en-US" dirty="0"/>
              <a:t>[x]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1EEE6-AD2A-81CD-7D3E-7D97033748BA}"/>
              </a:ext>
            </a:extLst>
          </p:cNvPr>
          <p:cNvSpPr txBox="1"/>
          <p:nvPr/>
        </p:nvSpPr>
        <p:spPr>
          <a:xfrm>
            <a:off x="353357" y="1548066"/>
            <a:ext cx="8461781" cy="263149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runif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x_U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/2       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rexp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&lt;- 1   - exp(-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x_E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)/2 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x_B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rbeta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(n,5,1)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z_B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pbeta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(x_B,5,1)/2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rt(n,1,30)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z_t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pt(x_t,1,30)/2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x_G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)/2       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  <a:p>
            <a:endParaRPr lang="en-US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(n)     ;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&lt;- 0.5 + 0.5/(1+exp(-2*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x_L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)) + </a:t>
            </a:r>
            <a:r>
              <a:rPr lang="en-US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rnorm</a:t>
            </a:r>
            <a:r>
              <a:rPr lang="en-US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(n,0,0.05)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600AE-1ADC-84DE-9770-BDEE6E2DF63F}"/>
              </a:ext>
            </a:extLst>
          </p:cNvPr>
          <p:cNvSpPr txBox="1"/>
          <p:nvPr/>
        </p:nvSpPr>
        <p:spPr>
          <a:xfrm>
            <a:off x="4099474" y="1086401"/>
            <a:ext cx="1585018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 </a:t>
            </a:r>
            <a:r>
              <a:rPr lang="en-US" sz="2400" dirty="0" err="1"/>
              <a:t>F</a:t>
            </a:r>
            <a:r>
              <a:rPr lang="en-US" sz="2400" baseline="-25000" dirty="0" err="1"/>
              <a:t>x</a:t>
            </a:r>
            <a:r>
              <a:rPr lang="en-US" sz="2400" dirty="0"/>
              <a:t>[x]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78161-27C3-C55A-0720-3B860D14AB2D}"/>
              </a:ext>
            </a:extLst>
          </p:cNvPr>
          <p:cNvSpPr txBox="1"/>
          <p:nvPr/>
        </p:nvSpPr>
        <p:spPr>
          <a:xfrm>
            <a:off x="238915" y="1086401"/>
            <a:ext cx="577945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6009C-9EC1-3832-6986-443C0CB4DCE2}"/>
              </a:ext>
            </a:extLst>
          </p:cNvPr>
          <p:cNvSpPr txBox="1"/>
          <p:nvPr/>
        </p:nvSpPr>
        <p:spPr>
          <a:xfrm>
            <a:off x="957368" y="1086401"/>
            <a:ext cx="1109203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p[x]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08F1C-BCB6-50E1-7C8B-4C004993B7F4}"/>
              </a:ext>
            </a:extLst>
          </p:cNvPr>
          <p:cNvSpPr txBox="1"/>
          <p:nvPr/>
        </p:nvSpPr>
        <p:spPr>
          <a:xfrm>
            <a:off x="3639553" y="1086401"/>
            <a:ext cx="371261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151E8-E364-3D13-27B0-9F210F3B8998}"/>
              </a:ext>
            </a:extLst>
          </p:cNvPr>
          <p:cNvSpPr txBox="1"/>
          <p:nvPr/>
        </p:nvSpPr>
        <p:spPr>
          <a:xfrm>
            <a:off x="6849261" y="1086401"/>
            <a:ext cx="371261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𝜺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0F27B-6848-5BEB-E5A5-E86788284CBC}"/>
              </a:ext>
            </a:extLst>
          </p:cNvPr>
          <p:cNvSpPr txBox="1"/>
          <p:nvPr/>
        </p:nvSpPr>
        <p:spPr>
          <a:xfrm>
            <a:off x="2736112" y="1086401"/>
            <a:ext cx="577945" cy="461665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  <a:endParaRPr 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72B78-9692-973A-60F4-80593F0F7D88}"/>
              </a:ext>
            </a:extLst>
          </p:cNvPr>
          <p:cNvSpPr txBox="1"/>
          <p:nvPr/>
        </p:nvSpPr>
        <p:spPr>
          <a:xfrm>
            <a:off x="353357" y="5045421"/>
            <a:ext cx="8461780" cy="1200329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chemeClr val="accent2"/>
                </a:solidFill>
              </a:rPr>
              <a:t>We now will do </a:t>
            </a:r>
            <a:r>
              <a:rPr lang="en-US" sz="1800" u="sng" dirty="0">
                <a:solidFill>
                  <a:schemeClr val="accent2"/>
                </a:solidFill>
              </a:rPr>
              <a:t>single</a:t>
            </a:r>
            <a:r>
              <a:rPr lang="en-US" sz="1800" b="0" dirty="0">
                <a:solidFill>
                  <a:schemeClr val="accent2"/>
                </a:solidFill>
              </a:rPr>
              <a:t>-threshold PRA on each of these six datasets.</a:t>
            </a:r>
          </a:p>
          <a:p>
            <a:endParaRPr lang="en-US" sz="1800" b="0" dirty="0">
              <a:solidFill>
                <a:schemeClr val="accent2"/>
              </a:solidFill>
            </a:endParaRPr>
          </a:p>
          <a:p>
            <a:r>
              <a:rPr lang="en-US" sz="1800" b="0" dirty="0">
                <a:solidFill>
                  <a:schemeClr val="accent2"/>
                </a:solidFill>
              </a:rPr>
              <a:t>We vary the location of the threshold: 5% quantile of x, 10%, …, 95%.</a:t>
            </a:r>
          </a:p>
          <a:p>
            <a:r>
              <a:rPr lang="en-US" sz="1800" b="0" dirty="0">
                <a:solidFill>
                  <a:schemeClr val="accent2"/>
                </a:solidFill>
              </a:rPr>
              <a:t>(So p[H] will vary accordingly.)</a:t>
            </a:r>
          </a:p>
        </p:txBody>
      </p:sp>
    </p:spTree>
    <p:extLst>
      <p:ext uri="{BB962C8B-B14F-4D97-AF65-F5344CB8AC3E}">
        <p14:creationId xmlns:p14="http://schemas.microsoft.com/office/powerpoint/2010/main" val="10911330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C8B8-8C96-1658-F0CE-215C7C75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Single-threshold PRA on the six datasets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23DBA-2B7A-BB49-9FF7-A6B7419B2C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799" y="669393"/>
            <a:ext cx="7927521" cy="58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748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C31F-71FE-DAB3-933E-8107204A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5F38E-2754-7ECE-070C-F08A7F217EC0}"/>
              </a:ext>
            </a:extLst>
          </p:cNvPr>
          <p:cNvSpPr txBox="1"/>
          <p:nvPr/>
        </p:nvSpPr>
        <p:spPr>
          <a:xfrm>
            <a:off x="1420586" y="1934792"/>
            <a:ext cx="6066064" cy="313932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0" dirty="0">
                <a:solidFill>
                  <a:schemeClr val="accent2"/>
                </a:solidFill>
              </a:rPr>
              <a:t>What kind of figures do you expect to see if we carry out </a:t>
            </a:r>
            <a:r>
              <a:rPr lang="en-US" sz="2200" u="sng" dirty="0">
                <a:solidFill>
                  <a:schemeClr val="accent2"/>
                </a:solidFill>
              </a:rPr>
              <a:t>multi</a:t>
            </a:r>
            <a:r>
              <a:rPr lang="en-US" sz="2200" b="0" dirty="0">
                <a:solidFill>
                  <a:schemeClr val="accent2"/>
                </a:solidFill>
              </a:rPr>
              <a:t>-threshold PRA on these six datasets, using the same 19 threshold levels to define our x-intervals?</a:t>
            </a:r>
          </a:p>
          <a:p>
            <a:endParaRPr lang="en-US" sz="2200" b="0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b="0" dirty="0">
                <a:solidFill>
                  <a:schemeClr val="accent2"/>
                </a:solidFill>
              </a:rPr>
              <a:t>Would V still be constant, i.e. independent of the x-interval?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0" dirty="0">
                <a:solidFill>
                  <a:schemeClr val="accent2"/>
                </a:solidFill>
              </a:rPr>
              <a:t>How would p[H] vary between the intervals?</a:t>
            </a:r>
          </a:p>
        </p:txBody>
      </p:sp>
    </p:spTree>
    <p:extLst>
      <p:ext uri="{BB962C8B-B14F-4D97-AF65-F5344CB8AC3E}">
        <p14:creationId xmlns:p14="http://schemas.microsoft.com/office/powerpoint/2010/main" val="30415056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F1FE-F842-F8E1-1E5C-8F77DD77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 with equal-p[H] intervals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1441A-5CB8-D728-3727-33376C1E0E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471" y="661228"/>
            <a:ext cx="8017329" cy="592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8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8A6-0DD2-3B9C-6B02-91CF8329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Multi-threshold PRA with equal-x-width intervals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91B5F-3C20-72E0-0073-6727C83302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683429"/>
            <a:ext cx="8017042" cy="592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146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B80A9-46F4-ACDA-58E7-1386903B8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57" t="4208" b="54266"/>
          <a:stretch>
            <a:fillRect/>
          </a:stretch>
        </p:blipFill>
        <p:spPr>
          <a:xfrm>
            <a:off x="3402764" y="3992909"/>
            <a:ext cx="5055435" cy="2662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6AADC5-B835-91F6-FFD0-05AEEB7AC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184"/>
          <a:stretch>
            <a:fillRect/>
          </a:stretch>
        </p:blipFill>
        <p:spPr>
          <a:xfrm>
            <a:off x="685800" y="709263"/>
            <a:ext cx="7772400" cy="30019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CD16B-B91E-377A-ACA9-A8D46AA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Absolute or relative?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2EDBB-9015-E8FE-F455-A0EBA7993509}"/>
              </a:ext>
            </a:extLst>
          </p:cNvPr>
          <p:cNvSpPr txBox="1"/>
          <p:nvPr/>
        </p:nvSpPr>
        <p:spPr>
          <a:xfrm>
            <a:off x="3402765" y="689546"/>
            <a:ext cx="4886795" cy="369332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2"/>
                </a:solidFill>
              </a:rPr>
              <a:t>Absolute units (m</a:t>
            </a:r>
            <a:r>
              <a:rPr lang="en-US" sz="1800" baseline="30000" dirty="0">
                <a:solidFill>
                  <a:schemeClr val="accent2"/>
                </a:solidFill>
              </a:rPr>
              <a:t>3</a:t>
            </a:r>
            <a:r>
              <a:rPr lang="en-US" sz="1800" dirty="0">
                <a:solidFill>
                  <a:schemeClr val="accent2"/>
                </a:solidFill>
              </a:rPr>
              <a:t> ha</a:t>
            </a:r>
            <a:r>
              <a:rPr lang="en-US" sz="1800" baseline="30000" dirty="0">
                <a:solidFill>
                  <a:schemeClr val="accent2"/>
                </a:solidFill>
              </a:rPr>
              <a:t>-1</a:t>
            </a:r>
            <a:r>
              <a:rPr lang="en-US" sz="1800" dirty="0">
                <a:solidFill>
                  <a:schemeClr val="accent2"/>
                </a:solidFill>
              </a:rPr>
              <a:t> y</a:t>
            </a:r>
            <a:r>
              <a:rPr lang="en-US" sz="1800" baseline="30000" dirty="0">
                <a:solidFill>
                  <a:schemeClr val="accent2"/>
                </a:solidFill>
              </a:rPr>
              <a:t>-1</a:t>
            </a:r>
            <a:r>
              <a:rPr lang="en-US" sz="1800" dirty="0">
                <a:solidFill>
                  <a:schemeClr val="accent2"/>
                </a:solidFill>
              </a:rPr>
              <a:t>, kg, €, £, 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362C9-40D4-F0DB-EA17-6B54E7DFFE0C}"/>
              </a:ext>
            </a:extLst>
          </p:cNvPr>
          <p:cNvSpPr txBox="1"/>
          <p:nvPr/>
        </p:nvSpPr>
        <p:spPr>
          <a:xfrm>
            <a:off x="3406515" y="3706022"/>
            <a:ext cx="4886795" cy="369332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Relative units (%)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D398B7-D2DE-9D2D-2221-1E5EFFFE3D05}"/>
              </a:ext>
            </a:extLst>
          </p:cNvPr>
          <p:cNvCxnSpPr>
            <a:cxnSpLocks/>
          </p:cNvCxnSpPr>
          <p:nvPr/>
        </p:nvCxnSpPr>
        <p:spPr bwMode="auto">
          <a:xfrm>
            <a:off x="3402765" y="1036393"/>
            <a:ext cx="4751884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1D624C-1899-AB9D-B7EA-89FCF168A27D}"/>
              </a:ext>
            </a:extLst>
          </p:cNvPr>
          <p:cNvCxnSpPr>
            <a:cxnSpLocks/>
          </p:cNvCxnSpPr>
          <p:nvPr/>
        </p:nvCxnSpPr>
        <p:spPr bwMode="auto">
          <a:xfrm>
            <a:off x="3470220" y="4057439"/>
            <a:ext cx="4751884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127161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|1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5.5|9.3|26.2|3.3|10.7|28.6|2.6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  <a:ln w="0">
          <a:solidFill>
            <a:schemeClr val="tx1"/>
          </a:solidFill>
        </a:ln>
      </a:spPr>
      <a:bodyPr wrap="square" rtlCol="0">
        <a:spAutoFit/>
      </a:bodyPr>
      <a:lstStyle>
        <a:defPPr>
          <a:defRPr sz="2200" dirty="0" smtClean="0">
            <a:solidFill>
              <a:srgbClr val="FF0000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E9AE907A4E2D4EB2554278A4B0446D" ma:contentTypeVersion="12" ma:contentTypeDescription="Create a new document." ma:contentTypeScope="" ma:versionID="ca2c0d681689ddd4bbc0d9dd68335e27">
  <xsd:schema xmlns:xsd="http://www.w3.org/2001/XMLSchema" xmlns:xs="http://www.w3.org/2001/XMLSchema" xmlns:p="http://schemas.microsoft.com/office/2006/metadata/properties" xmlns:ns3="f58c8543-ad79-4b93-bf7c-fe348bb3eb75" xmlns:ns4="93f908fb-6755-4cca-ab37-d85f9af78875" targetNamespace="http://schemas.microsoft.com/office/2006/metadata/properties" ma:root="true" ma:fieldsID="a1b864b5d436b4eb92bfda8c4caa0d4f" ns3:_="" ns4:_="">
    <xsd:import namespace="f58c8543-ad79-4b93-bf7c-fe348bb3eb75"/>
    <xsd:import namespace="93f908fb-6755-4cca-ab37-d85f9af7887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8c8543-ad79-4b93-bf7c-fe348bb3eb7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f908fb-6755-4cca-ab37-d85f9af78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B1090B-97A1-4D21-A330-97BCFF239644}">
  <ds:schemaRefs>
    <ds:schemaRef ds:uri="http://purl.org/dc/dcmitype/"/>
    <ds:schemaRef ds:uri="http://schemas.microsoft.com/office/infopath/2007/PartnerControls"/>
    <ds:schemaRef ds:uri="93f908fb-6755-4cca-ab37-d85f9af78875"/>
    <ds:schemaRef ds:uri="http://purl.org/dc/elements/1.1/"/>
    <ds:schemaRef ds:uri="http://schemas.microsoft.com/office/2006/metadata/properties"/>
    <ds:schemaRef ds:uri="f58c8543-ad79-4b93-bf7c-fe348bb3eb75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39FC1E7-0F1D-4E5F-9295-057CCE79A9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648154-FE21-4227-82AA-7B411C4E80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8c8543-ad79-4b93-bf7c-fe348bb3eb75"/>
    <ds:schemaRef ds:uri="93f908fb-6755-4cca-ab37-d85f9af788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9289</TotalTime>
  <Words>4589</Words>
  <Application>Microsoft Macintosh PowerPoint</Application>
  <PresentationFormat>On-screen Show (4:3)</PresentationFormat>
  <Paragraphs>563</Paragraphs>
  <Slides>66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 Unicode MS</vt:lpstr>
      <vt:lpstr>Arial</vt:lpstr>
      <vt:lpstr>Cambria Math</vt:lpstr>
      <vt:lpstr>Courier New</vt:lpstr>
      <vt:lpstr>Symbol</vt:lpstr>
      <vt:lpstr>Times New Roman</vt:lpstr>
      <vt:lpstr>Wingdings</vt:lpstr>
      <vt:lpstr>Default Design</vt:lpstr>
      <vt:lpstr>3. Beyond the basic theory</vt:lpstr>
      <vt:lpstr>Extending the PRA to 2 hazardous conditions or more </vt:lpstr>
      <vt:lpstr>Extending the PRA to 2 hazardous conditions or more </vt:lpstr>
      <vt:lpstr>Multi-threshold PRA</vt:lpstr>
      <vt:lpstr>‘PRAm’: R-function for multi-threshold PRA</vt:lpstr>
      <vt:lpstr>Forest survival data from Germany</vt:lpstr>
      <vt:lpstr>Forest survival data from Germany</vt:lpstr>
      <vt:lpstr>Forest data from Germany: Multi-threshold PRA</vt:lpstr>
      <vt:lpstr>Forest data from Germany: EXERCISE 2</vt:lpstr>
      <vt:lpstr>Forest data from Germany: EXERCISE 2</vt:lpstr>
      <vt:lpstr>Multi-threshold PRA on a rich dataset</vt:lpstr>
      <vt:lpstr>Continuous single-threshold PRA: Bivariate Gaussian</vt:lpstr>
      <vt:lpstr>Loss distribution: Useful or not?</vt:lpstr>
      <vt:lpstr>Continuous zero-threshold PRA: nonlinear model</vt:lpstr>
      <vt:lpstr>Discretizing a continuous PRA</vt:lpstr>
      <vt:lpstr>Extending the PRA from 2 risk-components to 3</vt:lpstr>
      <vt:lpstr>Extension to R = Q p[H] V</vt:lpstr>
      <vt:lpstr>Three-component PRA</vt:lpstr>
      <vt:lpstr>Three-component PRA</vt:lpstr>
      <vt:lpstr>Three-component PRA</vt:lpstr>
      <vt:lpstr>Three-component PRA Scotland</vt:lpstr>
      <vt:lpstr>Hazardousness can be complicated !</vt:lpstr>
      <vt:lpstr>Liu et al. (2020). A new risk probability calculation method for urban ecological risk assessment</vt:lpstr>
      <vt:lpstr>PRA for heatwaves (thr = 30C) as f(mean(T),sd(T))</vt:lpstr>
      <vt:lpstr>Chen et al. (2020). The collapse points of increasing trend of vegetation rain-use efficiency under droughts</vt:lpstr>
      <vt:lpstr>Chatzopoulos et al. (2021). Potential impacts of concurrent and recurrent climate extremes on the global food system by 2030</vt:lpstr>
      <vt:lpstr>Two-hazard sampling-based PRA</vt:lpstr>
      <vt:lpstr>Two-hazard PRA (Trivariate Gaussian example)</vt:lpstr>
      <vt:lpstr>EXERCISE</vt:lpstr>
      <vt:lpstr>4. Introduction to BDT</vt:lpstr>
      <vt:lpstr>Bayesian Decision Theory (BDT)</vt:lpstr>
      <vt:lpstr>Graphical models: From PRA to BDT</vt:lpstr>
      <vt:lpstr>Decision tree</vt:lpstr>
      <vt:lpstr>Sequential decisions</vt:lpstr>
      <vt:lpstr>Utility matrix for discrete u(a,x)</vt:lpstr>
      <vt:lpstr>Value of Information: Impact on expected utility</vt:lpstr>
      <vt:lpstr>Value of Information in the tree beetle example</vt:lpstr>
      <vt:lpstr>EXERCISE - Value of bad Information …</vt:lpstr>
      <vt:lpstr>Graphical models: From PRA to BDT</vt:lpstr>
      <vt:lpstr>BDT for forestry</vt:lpstr>
      <vt:lpstr>Two realisations of the network</vt:lpstr>
      <vt:lpstr>BDT with continuous nonlinear z-response function</vt:lpstr>
      <vt:lpstr>BDT with continuous nonlinear z-response function</vt:lpstr>
      <vt:lpstr>A spatial BDT example</vt:lpstr>
      <vt:lpstr>Gonzales-Redin et al. (2016)</vt:lpstr>
      <vt:lpstr>5. Links between PRA and BDT</vt:lpstr>
      <vt:lpstr>A spatial BDT example</vt:lpstr>
      <vt:lpstr>Maximizing utility vs. minimizing risk</vt:lpstr>
      <vt:lpstr>BDT with continuous nonlinear z-response function</vt:lpstr>
      <vt:lpstr>6. General discussion</vt:lpstr>
      <vt:lpstr>Theory development: PRA &amp; BDT</vt:lpstr>
      <vt:lpstr>Two questions …</vt:lpstr>
      <vt:lpstr>Complications: Analysis of z, H and V (Lecina-Diaz et al. 2020)</vt:lpstr>
      <vt:lpstr>Complications: Analysis of z, H and V (Lecina-Diaz et al. 2020)</vt:lpstr>
      <vt:lpstr>Data &amp; Process-Based Modelling (PBM)</vt:lpstr>
      <vt:lpstr>Process-models for forest drought vulnerability</vt:lpstr>
      <vt:lpstr>Project flowchart &amp; Decision Support System (DSS)</vt:lpstr>
      <vt:lpstr>Issues to discuss</vt:lpstr>
      <vt:lpstr>Appendices</vt:lpstr>
      <vt:lpstr>Condition for V being threshold-independent</vt:lpstr>
      <vt:lpstr>Six datasets where E[z|x] = a + b Fx[x]</vt:lpstr>
      <vt:lpstr>Single-threshold PRA on the six datasets</vt:lpstr>
      <vt:lpstr>EXERCISE</vt:lpstr>
      <vt:lpstr>Multi-threshold PRA with equal-p[H] intervals</vt:lpstr>
      <vt:lpstr>Multi-threshold PRA with equal-x-width intervals</vt:lpstr>
      <vt:lpstr>Absolute or relative?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Project PRAFOR: New theory for Probabilistic Risk Analysis (PRA)</dc:title>
  <dc:subject/>
  <dc:creator/>
  <cp:keywords/>
  <dc:description/>
  <cp:lastModifiedBy>Marcel van Oijen</cp:lastModifiedBy>
  <cp:revision>1571</cp:revision>
  <dcterms:created xsi:type="dcterms:W3CDTF">2000-04-18T15:17:11Z</dcterms:created>
  <dcterms:modified xsi:type="dcterms:W3CDTF">2025-09-22T13:07:04Z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0x010100C7E9AE907A4E2D4EB2554278A4B0446D</vt:lpwstr>
  </property>
</Properties>
</file>